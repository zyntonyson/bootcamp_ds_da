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AE1515-E38A-4A4D-9E55-EA69064925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D22752-7450-4B5F-94C5-0CA85D157B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38F5BD-9959-457B-89D1-5AAE4F6411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243658-1609-4371-9990-B569DDCBA8E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BF47E6-55B4-4F75-8662-D578B4F9D23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9C90BD-268B-4546-B9C1-EAFD19D538C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6B62BC-6D3F-41EF-BF6E-1E84C8699F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66EAB4-A70C-4091-AFC1-9CBBD212E4F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13CF55-0F92-430B-80E5-C3ED9E598B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4999FE-D9A6-4BE7-BB6F-C0E321BE3A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1AA353-9573-4F25-87AF-38D6247C53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703701-D9F5-47A0-8DD6-F7221F2BEC7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540A95-D5B1-4065-A61C-21D59A99413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3CD936-A19E-47C8-850C-011F832E28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85DC7B-3B6E-4ACB-B842-D7EA0E75798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770E9E-7F37-4FC8-83D6-6E445186DED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09E626-66EB-420E-8E16-4EDD943B53B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6BC9CC-7FE0-42F1-A943-28AB3D73629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029B21-321C-446E-8A7E-3FADB95D31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21C051-8841-41A9-A3C9-ACE5D01DE52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09C3C6-131E-492B-8B99-7E8E39D450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2E68EF-4686-4427-816D-04336101944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375CE6-C613-433F-9C96-A020C18718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9E6698-567F-4C47-AEF1-A848C29FF1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7CD9B8A-B377-4451-BC6D-756D457A2FB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5DB9AE4-89A0-4BA2-A1B5-DB6701E4637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8CC868-4B62-462C-B21D-72AB33F4577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3EBBD6-7604-4C72-BDD1-720CA56F2E6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13 -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Escenario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B612E836-A890-4795-AE83-D359B0614324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10,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1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52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440" cy="338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Sesión del Jueves 20 Nov → 19 Nov 8 PM CDMX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Recorrido proyecto Sprint 4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usuarios con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Simulación de escenarios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Medición de impacto en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Comparación de escenarios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Aprender a simular escenarios sobre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Estimar el impacto económico de una mejora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comparativos entre segmentos o fuentes de usuarios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2700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2025-11-10T22:27:21Z</dcterms:modified>
  <cp:revision>37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