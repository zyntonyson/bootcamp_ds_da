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64CA3F-763E-4CEF-8C37-03AB627BFAB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7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732E1D-743E-4AE7-BA01-023D73A03AF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7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21B632-BE8D-465F-B1FE-8A5C2A8C60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E2FA57-9A28-4A9A-828B-EF16278738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5C5318-FC08-442C-946F-F11FF033500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33B92D-47AD-4FD7-8C6E-A84CF613B9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806F86-32B6-473D-8A97-A54A6CE7F7E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33BFDC-FF36-4852-ACFC-677CC3A2518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B58242-00B1-4951-BB97-FF1FAFE9D86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E7273F-51E8-4917-88A1-DF5428DE440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2E5F9E-2E8B-4814-8F24-CB0447A91C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AF3495-FCBA-447D-8F41-3BB49AEA9AA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ED798F-5503-4074-B84F-E53908B39BA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DAFCFF-B2AA-4F7C-9FE9-F957B8EF5E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014BBA-82D7-4062-B1AC-B7A1955475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0FACA6-15F5-4038-9101-022C4C12452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76BAF1-236A-4B3D-821D-E8319A2D2C0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49A16E-0D33-436A-A887-18E4227BAD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2B993A-8703-46F7-942A-3CCE26B4547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A3A095-89D2-4BC9-9CDE-FEBEF83A49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7396E2-6458-4FEC-9DB1-AD3C4BC62F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C7A89-AB44-4488-8BF7-93784CC7BA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9DB29E-AF52-4D6B-89F4-874555066C3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4C58DA-6858-4B24-956E-A1FAD25AF6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9B455986-B997-4666-A540-859F4F82FE1D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CFCA664-60A4-4EAD-8427-A6B0DCFF9803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85D429-9DEE-4270-A28F-C768C703AB3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080" cy="3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8A818D-A8B5-4459-976B-A328C479B03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800" cy="21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12 -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Code challenge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120" cy="3161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3411D6A6-8F83-4D24-93FE-5579F6A2F9C0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6,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520" cy="185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88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320" cy="1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800" cy="3382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 con SQL Code challenge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User journeys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Embudos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Analisis de cohortes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Entender un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user journey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y preparar los datos para su analisis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Analizar la conversión de clientes usando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Segmentar clientes por cohortes para su analisis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800" cy="2523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8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800" cy="64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2327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2025-11-06T16:26:27Z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