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66909A-A26A-4492-BAC9-27F52C310FC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6D7785-786A-48E9-97FF-E2BD424765A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64EE53-AD9D-471D-A0C5-8AB68B989A3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6877D6-4B3F-42CE-8059-4716EADD7AE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0ED5F4-90A1-4068-BDA6-C108DC39FEA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716252-0DF6-4542-B2A2-4FB3665942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AEBEB1-3B89-4572-841A-2B16E50C849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8F64C1-C0EF-4C46-9C57-2CC27F76817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585A80-1DBE-4082-AD79-8C33DC6D27F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73F114-6545-4801-A9DB-1331250D9E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95FB39-4ACF-4316-9D1E-B4D6D479C88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1F4AB9-8B9B-4998-86C0-066741E5587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FABBAE-F706-42EA-9948-8F2E3735B30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EF6B9D-96B1-41A8-BE6A-788E8D76CDD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EADEC4-3049-4AC4-9A04-F73BAD6BEF7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FDCB4B-E0E2-4F23-B0D2-020217A2211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2894FA-33FC-48EA-82D5-447E0BFCF89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77458B-C462-446C-BB64-36A9E86A1D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AC6875-01CD-42A1-BBD8-165278DD6A2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890E92-61C5-42E3-B464-7A775F547ED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81A00B-A287-43DC-B9CB-EB38F531E95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A7424A-E690-4357-9964-4B356D2937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B7CEC3-F421-4A9F-BC05-CC38367991A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169EA7-BE58-4F1D-A3AD-204C204120E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AEA5FB7B-D10F-4836-92EC-2CB631C83829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C9CBA54-48BC-49FB-8B27-2EDAA1A781E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C42048-D98C-410F-822F-BE35BB8164C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63BD21-6BBF-4310-B846-4BE29CF9C0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080" cy="21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13 - Sprint 4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de usuarios con SQL: Simulaciones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400" cy="3161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445E9E28-3955-46B8-90AC-A87DA782424A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Feb 23,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0800" cy="185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3160" cy="17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600" cy="1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31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31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31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31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31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508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Análisis de usuarios con SQL  (90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Simulación de escenarios de conversión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Medición de impacto en negocio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Comparación de escenarios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Aprender a simular escenarios sobre embudos de conversión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Estimar el impacto económico de una mejora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Hacer comparativos entre segmentos o fuentes de usuarios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080" cy="252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8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08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2741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2026-02-23T20:31:21Z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