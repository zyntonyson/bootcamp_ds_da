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40E95E8-3F5B-4741-A82D-B8A83B665F7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D666336-0A1F-412F-9BBF-C5C11CC1F10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8F084DA-D458-4FF9-A1CB-6FC5F76A284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DBEB97E-1957-48B4-B22B-C728857414C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3ECD0C7-9A46-4D98-90C2-6FC6437CD7B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7746D5A-F7AB-41D9-8EFA-E4EA6959AEB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7F1BD43-8257-456E-92FA-55BAE4018DD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F327C8D-E789-45EA-A134-67C43153DA8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C2F211-7AC9-4715-8DA0-B07103E8B13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647743C-2149-415A-977D-DCDBBB3D654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A1181D4-752D-4259-8710-D7C58E7D792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8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4F6DB1E-65D1-4C13-A85C-1071CD7B37F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B991043-A16E-4FC3-9862-1185B90BE87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28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4256E6-F974-42D0-BDC9-F26B6F6ED2E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7AA8FF-BC0A-4541-8ED6-11007D982F1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CA725A-D7E0-4104-BAE8-3B11E01B599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E1339D3-F6AE-439E-B55A-661C6D21C51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412B98A-23D4-47F7-B1B9-F91D2658AA1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6B28BD5-4D5E-46DF-89FE-960BB9018F5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BBDF3B9-B4C0-4737-B90D-9FA6A7178BB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201AFED-20A1-4726-89A6-826C9148ADC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3260CC-6D87-493B-8768-C5FFFF0F85F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81E8091-99E6-453D-8F67-674F3BD9AA4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8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473DE38-4EA4-415B-8B15-23DB5E9C945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C9F8F072-075D-48E0-B0E7-621C54083C5B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B13216B-B3C7-4801-A7DE-CEBE4CC9222A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5B68C10-5C9F-448C-A64D-E5C97821D02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7EBA0E0-5ADD-4E91-AEE4-7326DC6E6AD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5440" cy="216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13 - Sprint 4</a:t>
            </a:r>
            <a:br>
              <a:rPr sz="6000"/>
            </a:br>
            <a:br>
              <a:rPr sz="2000"/>
            </a:br>
            <a:r>
              <a:rPr b="0" lang="en" sz="48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Análisis de usuarios con SQL: Escenario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1760" cy="3161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AD1C569B-DEE9-4A3F-A500-F0762C328427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Nov 10,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9680" cy="1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1160" cy="185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3520" cy="17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8960" cy="18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352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352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352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352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352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5440" cy="33825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( 10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Sesion del Jueves 20 Nov → 19 Nov 8 PM CDMX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Recorrido proyecto sprint 4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Análisis de usuarios con SQL  (90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Simulación de escenarios de conversión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Medición de impacto en negocio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Comparación de escenarios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440" cy="1037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213;p33"/>
          <p:cNvSpPr/>
          <p:nvPr/>
        </p:nvSpPr>
        <p:spPr>
          <a:xfrm>
            <a:off x="228600" y="1952280"/>
            <a:ext cx="2719800" cy="29574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Aprender a simular escenarios sobre embudos de conversión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214;p33"/>
          <p:cNvSpPr/>
          <p:nvPr/>
        </p:nvSpPr>
        <p:spPr>
          <a:xfrm>
            <a:off x="3209400" y="1952280"/>
            <a:ext cx="2719800" cy="29574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Estimar el impacto económico de una mejora 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215;p33"/>
          <p:cNvSpPr/>
          <p:nvPr/>
        </p:nvSpPr>
        <p:spPr>
          <a:xfrm>
            <a:off x="6190560" y="1952280"/>
            <a:ext cx="2719800" cy="29574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Hacer comparativos entre segmentos o fuentes de usuarios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440" cy="1037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69440" cy="75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69440" cy="75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69440" cy="755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5440" cy="25232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640" cy="186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5440" cy="1037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0440" cy="64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2426</TotalTime>
  <Application>LibreOffice/25.8.2.2$Windows_X86_64 LibreOffice_project/d401f2107ccab8f924a8e2df40f573aab7605b6f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2025-11-10T17:52:59Z</dcterms:modified>
  <cp:revision>35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