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4EC7C1-E9A1-487D-83D2-BA5D7AE54CE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4834921-79D5-4467-A7DC-1D73BC9E8A0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9AAFA6-BC7E-43BC-8FF6-E23063982D8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B40877D-54F4-412A-B60B-55ABCFCA443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854FCF-EEB8-4B38-A955-709FC07A9DB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F24F58-7A1C-4A47-B2F7-7BEC66FDAA2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DA0B6C-F3FE-404F-B541-30B24F316B8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6D5AF7-0960-46CC-AAD0-CC9FCF203BC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1713EB3-35BB-4984-876A-DF09F72E1C7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7F7FEA-6E43-4C98-959C-7E7DAD23541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145BCFF-4A63-4EE1-86A1-C664FC5B60D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B62F93-44BC-427F-8006-6122945AE65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EDCEC7-6AF3-4113-8A65-3D146AF3D88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CB2612-404D-44D7-B89D-D0BB76AF73B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3429E87-0650-4D5F-B67B-0AA2881FB1B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31BB25E-06A5-4615-A293-50DDCAC0EB0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A75D3A-FFC5-407B-AF65-7DBE59A8242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E6B0901-4320-40DA-94F0-6D17C651008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0AEE56-5429-403C-B812-48D5EF689C1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99646FC-7140-4A9F-87B4-6D7B715AB40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D5F641-36BE-41B9-B439-68B13694290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E5B46E-B20C-45A2-BD7E-4CBE64444CC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9B2A5B1-BE7C-40F6-9C4E-9C82D103543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1EAEAE1-F18B-4056-82BD-5F1F3F41648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86A844AF-4385-4919-8637-B51DFC95860E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B544A8BB-B391-4BCE-81D3-B1B00CCD7B10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1A199B5-93AA-408F-BFC7-9BC18B08A06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1440" cy="38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E95A36-734A-4B38-8B35-904E5287222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6160" cy="21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11 - Sprint 4</a:t>
            </a:r>
            <a:br>
              <a:rPr sz="6000"/>
            </a:br>
            <a:br>
              <a:rPr sz="2000"/>
            </a:br>
            <a:r>
              <a:rPr b="0" lang="en" sz="48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Análisis de usuarios con SQL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2480" cy="31622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A6D81E33-A613-422C-B7C5-35FEA04C88F1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Jan 28, 2026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400" cy="1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1880" cy="185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4240" cy="19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968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42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424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424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42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42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52280" y="1440000"/>
            <a:ext cx="8516160" cy="3383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( 10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Análisis de usuario con SQL  (90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User journeys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Embudos de conversión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Analisis de cohortes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6160" cy="10378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213;p33"/>
          <p:cNvSpPr/>
          <p:nvPr/>
        </p:nvSpPr>
        <p:spPr>
          <a:xfrm>
            <a:off x="228600" y="1952280"/>
            <a:ext cx="2720520" cy="29581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Entender un </a:t>
            </a:r>
            <a:r>
              <a:rPr b="0" i="1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user journey</a:t>
            </a: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y preparar los datos para su analisis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214;p33"/>
          <p:cNvSpPr/>
          <p:nvPr/>
        </p:nvSpPr>
        <p:spPr>
          <a:xfrm>
            <a:off x="3209400" y="1952280"/>
            <a:ext cx="2720520" cy="29581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Analizar la conversión de clientes usando embudos de conversión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215;p33"/>
          <p:cNvSpPr/>
          <p:nvPr/>
        </p:nvSpPr>
        <p:spPr>
          <a:xfrm>
            <a:off x="6190560" y="1952280"/>
            <a:ext cx="2720520" cy="29581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Segmentar clientes por cohortes para su analisis 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6160" cy="10378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0160" cy="75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0160" cy="75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0160" cy="756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6160" cy="25239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360" cy="187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6160" cy="10378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1160" cy="640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2497</TotalTime>
  <Application>LibreOffice/25.8.3.2$Windows_X86_64 LibreOffice_project/8ca8d55c161d602844f5428fa4b58097424e324e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2026-01-28T14:01:36Z</dcterms:modified>
  <cp:revision>33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