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56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4B4512-B4DA-4C36-8BF6-F3BA8AE2E3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56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56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A821AE-F9E4-4503-832D-139FA9A0C7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FE31CC-A01B-4153-B11D-68344BA961C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282E39-10B9-4422-A272-739C559A42D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C29841-0CB2-4E3C-969D-43584816F8A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78CEAC-CFAE-48B5-94BA-A2D0B2A270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56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43CA3D-A3FD-4C65-A5C2-A753657F00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4F57E9-2BF8-4C25-8AAC-DDEF37A8F95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93CDE8-DC4F-4DB1-B947-20EF9ED7A74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9ED878-F328-46FB-88A1-FB2B51624C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C4310C-3594-4168-8CA0-7D5682BF57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0B0A61-DC7A-4887-BD9B-896E3B4E6CC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56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45C142-D0AA-46B8-82B4-F14BD1ADD2E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56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56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6C1342-4EAD-47D7-A181-A3BA7589331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7A7172-A15D-44C7-8747-7930C1A7D63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49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F3FC0F-FD9F-4A3B-BB09-B175066E76C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1028CB-C0CC-4784-B50E-2B031E5E27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F94A83-4AD2-449D-A5A6-CCF262B72C7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56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4BB804-78EC-4EE7-859C-B57C5C7068F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6E80F1-5C1D-45B9-8478-6FF27883FD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6DCE48-16FD-4BE6-BE0F-7CA19994048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93D89C-2151-49DC-8304-3F2C70E0E5A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B583EB-9152-4A1F-986A-0B0650D41B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560" cy="85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120" cy="297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120" cy="14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240" cy="388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CE7350-CFA9-43B1-95E7-E76EC35CE77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EF2C6959-27F2-4461-A8D7-E0DD4F1D3868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8AC57CE-3416-4528-9B37-8B86B6FE5B6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080" cy="3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E2F2A7-157B-42BD-8540-EC7A81EA353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360" cy="38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761411-2312-4DF7-8EAD-BC900136DB1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080" cy="21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14 - Sprint 4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de usuarios con SQL: Code Together II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400" cy="3161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8B6A5CC5-EE6E-4EF1-9012-CFD2B7E9F836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13,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320" cy="1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0800" cy="185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160" cy="17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600" cy="18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1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1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1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1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1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080" cy="33822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Sesión del Jueves 20 Nov → 19 Nov 8 PM CDMX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Recorrido proyecto Sprint 4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usuarios con SQL: Code together II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Simulación de escenarios de conversión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Medición de impacto en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Comparación de escenarios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080" cy="1036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440" cy="29570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Aprender a simular escenarios sobre embudos de conversión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440" cy="29570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Estimar el impacto económico de una mejora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440" cy="29570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Hacer comparativos entre segmentos o fuentes de usuarios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080" cy="1036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080" cy="75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080" cy="75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080" cy="75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080" cy="2522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86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080" cy="1036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080" cy="63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480" cy="18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2701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2025-11-13T17:37:52Z</dcterms:modified>
  <cp:revision>38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