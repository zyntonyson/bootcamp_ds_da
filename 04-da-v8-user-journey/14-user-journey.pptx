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04FEC9-4272-4FAB-9A41-B3A7E07608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07102C-4B29-4170-AD36-9B5B23F88C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F4C08A-1312-4ECD-8121-D075CB3D0B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94C5E7-2127-4BDB-8D97-65C0462DA90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A89DAA-A0D7-4099-82ED-173CB68712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41E78D-2B1B-4548-991A-66DC20F166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5CA03F-09B6-48AC-BFFC-BCC5884503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B0A2AF-871A-4F68-A416-61494CCC62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D97DE2-CAA9-4152-976A-71C0E149C7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8F43CB-4825-4F8D-8834-E4F0BC1B32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B051A9-CFA2-461C-9475-C41C53A403D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9795BE-1E47-4CAA-B070-53961238FD2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464E85-9BD0-4BF9-9A1E-137BE6E2A0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E31A8D-B134-4F13-8EEA-149B4D4031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4888A5-4BA1-42DD-ADFB-532D4887D94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5A6A76-7290-42EA-B9FE-E0232267B5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4A434D-5F13-4F60-9770-EDCED32FD9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20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F31EC7-0C2D-4788-BD13-5A3A3EA9C0A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7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E9FD28-71F0-4F4B-BE87-61C6FFE9C6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560" cy="141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73491C-5406-4B54-91BE-6F338A344F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A7EF82-87C2-4F73-B7A1-7AEF3EF2C3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F2CDAF-9898-4A1D-B17E-D2D7A53322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035A6D-9DCE-40B2-9541-E18AAB6DB2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76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763EEB-7E60-42DF-A8C2-7E4411D88A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FFF84D9-37E7-4C9C-8445-5284F74DBB9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5F7D89A-50D9-4F4A-88B7-84BB566D3F0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0720" cy="3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1BF29A-B429-4A75-8F69-76FC7B9630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000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33DA00-487A-4CA0-B4E7-1AD34F5634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720" cy="216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14 - Sprint 4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usuarios con SQL: Code Together II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040" cy="3160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CB5B3C0-9163-40DE-B667-167139DFA36F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9,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960" cy="1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0440" cy="18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2800" cy="17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24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28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28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28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4720" cy="3381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Recorrido proyecto Sprint 4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 usuarios con SQL: Code together II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Simulación de escenarios de conversión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Medición de impacto en negocio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Comparación de escenarios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1036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080" cy="29566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Aprender a simular escenarios sobre embudos de conversión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080" cy="29566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Estimar el impacto económico de una mejora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080" cy="29566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Hacer comparativos entre segmentos o fuentes de usuarios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1036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720" cy="75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720" cy="75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720" cy="75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720" cy="2522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8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720" cy="1036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720" cy="63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6230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2026-02-09T09:27:36Z</dcterms:modified>
  <cp:revision>39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