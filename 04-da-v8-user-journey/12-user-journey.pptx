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46F22B-775C-4A32-93E0-BFC79FAA91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E8D1AD-790A-4EAE-A63D-6869C5CC045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2BFD9A-F1DF-4267-816B-7B97299468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45F163-3F76-4C78-BF9A-E53BCC3A7A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3CD9C2-C939-4821-9072-EACA193A10E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8AB547-B635-4632-A74B-B3926384130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102245-C678-4987-BAEA-8EC11A25DE5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8741FC-2018-46D4-ADA0-FA8C526AFF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99A926-9C82-4AF0-A713-65825073D1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1FBB97-DE4C-42AE-A03A-12F781E4616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B00C65-A174-41EF-BE34-521A76B35A9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FC70E5-3299-420B-AD5D-D948BF3A95C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194B79-5929-4B73-9092-C8E1670E8F3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E34A08-C473-4F0E-B8DB-C45C9B261A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708132-1A7D-470C-BA01-BD51FB3265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9C4F4C-8280-4915-BBB1-BEC0ACBAFB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F20A07-110F-4017-BA4A-F62D41FA4B9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E77367-5EBF-46D1-A614-E1A5C567F93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5184EC-250E-48A2-889C-CDFC9842BE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D2DC26-50F7-4A11-9B78-B80B1635BCF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11D762-4E4A-455F-AD24-0D858E708DB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FE086D-FC5C-4AAC-9DEC-F24646460F8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D9145D-F03B-48D5-AB6F-6B0C173FCC3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447BD0-F671-4774-8E89-2D10AEB2850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1325A10A-4F97-4ECE-8F0E-550F8C1131D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AA31D8E-1177-4246-ABAC-30EFBA37CDD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36F0F0-5F2C-4070-9AC2-B51582AA2D7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795F92-CE94-4C86-BC23-C2CB4DBC06C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440" cy="216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12 - Sprint 4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de usuarios con SQL: Code challenge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760" cy="3161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B6650DA3-D2DD-4334-AC25-59FA28DD8E62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Jan 31,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16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520" cy="17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440" cy="338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usuario con SQL Code challenge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User journeys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Embudos de conversión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Entender un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user journey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y preparar los datos para su analisis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Analizar la conversión de clientes usando embudos de conversión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Segmentar clientes para su analisis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440" cy="2523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8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44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2911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2026-01-31T19:34:15Z</dcterms:modified>
  <cp:revision>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