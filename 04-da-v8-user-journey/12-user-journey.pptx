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0FFE69B-6C2B-481E-A8B3-41A7F495CD7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07BE171-0DFB-4587-AF3B-29527952F12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00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2704A9B-ED8B-42BE-870F-E5E942FF8ED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F673EA8-D69F-44F0-B4C5-820E3AF1B26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D74635D-EE5E-45F5-8003-6266DDB49ED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BD8EA9B-DBA8-4A7B-8696-5D7B57A3232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D64A184-33A6-4336-8CCA-C83C5ECF555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AD1D83E-9198-4310-B4B9-8981321B36A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00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FBD4F8A-CD72-4028-82CF-AE98789C8C5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00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00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B460204-9E0C-4FC0-A026-C65FBE68FE4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12F75A-8FA0-4F16-A1D7-DF92FB4F76A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8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2669E9A-0791-4C4A-AF19-5E15095652E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84AA081-762D-41A9-BCF7-299D930240B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360" cy="298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076CBD3-3CDB-4620-88DC-1FF9AD4DDEA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00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01C0D75-0F88-4ACB-A8CB-0AB7DD7F3B0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15F31BF-05AE-47F0-9471-CDFA886A6AC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9C5C8B6-5DAC-493F-A303-1E88B076127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87DAFC3-43F1-4E5F-B140-A51CD884126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1CF2852-8C87-4270-BE8D-6CD1C9DB492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4B1EB50-BAD1-4956-93F0-6ED71705682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00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0756050-7EB3-4311-9C38-75FC3A034BA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00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00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23C3EEB-A3D6-452B-900D-71191419BF9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03D8083-BE33-41CD-9A34-930621ADAA9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8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0FBFB20-E895-4B61-B57A-FAAADA85BB2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F5D8271B-863E-47D0-8865-324F16FC23BA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85F49F1C-68CF-4489-A4D7-46B8B1E68D20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71C6EB-8BDF-4512-9E53-8F3A6A065E6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1800" cy="38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D158EE5-27EC-4FD0-BDB8-AAB39C8722D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6520" cy="216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11 - Sprint 4</a:t>
            </a:r>
            <a:br>
              <a:rPr sz="6000"/>
            </a:br>
            <a:br>
              <a:rPr sz="2000"/>
            </a:br>
            <a:r>
              <a:rPr b="0" lang="en" sz="48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Análisis de usuarios con SQL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920" cy="19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2840" cy="31626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892AB7D2-5706-42A4-BE54-BAAC55681785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Nov 3,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760" cy="18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2240" cy="1852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4600" cy="18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040" cy="1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46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460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460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46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46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😵‍💫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ubTitle"/>
          </p:nvPr>
        </p:nvSpPr>
        <p:spPr>
          <a:xfrm>
            <a:off x="152280" y="1440000"/>
            <a:ext cx="8516520" cy="33836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( 10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Análisis de usuario con SQL  (90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User journeys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Embudos de conversión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Analisis de cohortes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920" cy="19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6520" cy="10382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213;p33"/>
          <p:cNvSpPr/>
          <p:nvPr/>
        </p:nvSpPr>
        <p:spPr>
          <a:xfrm>
            <a:off x="228600" y="1952280"/>
            <a:ext cx="2720880" cy="29584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Entender un </a:t>
            </a:r>
            <a:r>
              <a:rPr b="0" i="1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user journey</a:t>
            </a: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y preparar los datos para su analisis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214;p33"/>
          <p:cNvSpPr/>
          <p:nvPr/>
        </p:nvSpPr>
        <p:spPr>
          <a:xfrm>
            <a:off x="3209400" y="1952280"/>
            <a:ext cx="2720880" cy="29584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Analizar la conversión de clientes usando embudos de conversión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215;p33"/>
          <p:cNvSpPr/>
          <p:nvPr/>
        </p:nvSpPr>
        <p:spPr>
          <a:xfrm>
            <a:off x="6190560" y="1952280"/>
            <a:ext cx="2720880" cy="29584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Segmentar clientes por cohortes para su analisis 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920" cy="19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6520" cy="10382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0520" cy="75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0520" cy="75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0520" cy="756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6520" cy="2524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720" cy="187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6520" cy="10382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1520" cy="64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2920" cy="19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2327</TotalTime>
  <Application>LibreOffice/25.8.2.2$Windows_X86_64 LibreOffice_project/d401f2107ccab8f924a8e2df40f573aab7605b6f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2025-11-03T17:44:42Z</dcterms:modified>
  <cp:revision>32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