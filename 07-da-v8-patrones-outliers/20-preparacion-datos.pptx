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34D7A9-5A03-4FE6-981E-63BF6B4118B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854A86-1E52-4FAB-91CD-FA6DB35A10A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84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54D379-07CD-45F7-9B78-6695802F1EA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937D21-60D9-45DE-B043-F65C81ABE53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C390AE-C6B7-40E5-AA4B-A58544C4206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4AA8C3-BF74-4AAC-AF49-09186B57E53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0D3E74-9628-4105-8508-14AD9EFB810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B94440-AEC3-4E95-BABF-E9A531253CF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0D9DFD-911B-49BC-8848-B21B9871BE4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25FA7F-3DEE-4CFE-9B7E-42817A3D08F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8F0D52-216C-4CEE-B7E9-60EDA141343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21C788-0D19-4D75-9FDD-7F13807BB19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CF8028-10FE-4325-B58E-3E7A4D67528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20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04FC76-B95C-40BC-8E85-49EC1EF226E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84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A31217-88CD-412E-B1DD-6F3D61976CA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2D014C-E61E-4279-BE69-CE8B1D5469F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C63962-37BF-4F14-AE69-B52CF82480A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57731B-D742-4507-B88B-D4F0E062011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AFDADA-72D1-457B-967E-13B9314ED1B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9A8265-3F70-4549-ADA1-E5CAF342B6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2A5D49-4FAF-4632-BA41-DDB8864D6DC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A6682C-79ED-488E-BED4-922995D5D75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EF4021-A3E4-497D-AEAA-F0A053B82E8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0DD850-B139-4D54-AE39-BAA25FD5953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AD030E15-D47F-45F0-9AF6-0FC2A70C2F9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7DF26B3-1C23-423A-AAA1-FFACC284E6D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0360" cy="3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477E07-82E3-4AA5-A046-5608468C978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39640" cy="38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8FBA40-9B6E-4208-A2E2-F7BE3E173D6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4360" cy="21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9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20 - Sprint 7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Análisis estadístico para detectar patrones y outliers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4320000"/>
            <a:ext cx="868068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BDD38529-B2FB-4912-9C87-7068271EAA29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Jan 5,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7"/>
          <p:cNvSpPr/>
          <p:nvPr/>
        </p:nvSpPr>
        <p:spPr>
          <a:xfrm>
            <a:off x="180000" y="540000"/>
            <a:ext cx="8452440" cy="179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7880" cy="18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288000" y="1944000"/>
            <a:ext cx="19724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2664000" y="1944000"/>
            <a:ext cx="197244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2664000" y="1944360"/>
            <a:ext cx="197244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4968000" y="1944720"/>
            <a:ext cx="19724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6948000" y="1945080"/>
            <a:ext cx="19724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8600" cy="18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0080" cy="185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4360" cy="3381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Preparación de datos para análisis estádistico (100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360" cy="1036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8720" cy="29563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el uso de condicionales en python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8720" cy="29563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Identificar y tratar datos atípicos con pandas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8720" cy="29563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Segmentar datos en grupos de interés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360" cy="1036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8360" cy="75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8360" cy="75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8360" cy="75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4360" cy="2522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85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4360" cy="1036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39360" cy="63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3842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2026-01-05T16:08:07Z</dcterms:modified>
  <cp:revision>40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