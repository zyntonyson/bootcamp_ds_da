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8DF381-B283-430B-8F2B-5E654CE838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004A64-E913-4E34-AFF4-BABE605DCBB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BD73F6-7730-448E-AB5A-AA0C93077A0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BC53AE-7A81-4829-A401-98B9E89DCE1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20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A1CB6A-9925-4CDF-8AC2-2F6F8292991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20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20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D5F6E5-8F0A-4FA8-9E9D-B2E337FB299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8B82CB-989D-45D9-9ED6-EA1ACB8889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ED6F22-3A5C-4684-BA26-22A8B521830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FA474A-6562-4E85-961E-AEC7E8DE752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1C551F-CC9D-4BAE-8C3A-F05336F1D60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20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803927-4ECC-49AB-9BB2-D2858FC66D1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D3514E-F1F7-431F-BB30-A865F553ED1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203944-5809-4F0C-A590-BEFC867ABA8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545CA0-14F2-4839-8972-F5988F51CC1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83C2DE-8803-4FA6-B5F4-7B5835D9D15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CE2919-650A-46CD-B73A-2B1C24D3C9C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20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093828-692C-4D60-9E5C-8DA2CCB9760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20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20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8D8507-F2E3-425A-AB08-DE25F7B8084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1EFB58-4421-4E3F-8ED6-4B4F55F606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5402F7-87CA-4683-B9CE-737BA31D090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4BB02F-C5AA-4A45-940B-3D04E796FC8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BAE495-D641-43CB-8413-3151887E472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20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26A528-F4B1-438C-9A97-50CEF94FBF0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BBA0A0-A37D-4107-9E4F-EF43FE2A62B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BEEF4281-D6E4-40A8-920D-D7627CA1CB20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52B9433-9E2B-488A-B973-7D052EFF245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0720" cy="3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E57367-70D7-4471-9409-681BF399CF2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000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901C7C-A51E-48E5-ADA1-6706B1DA437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4720" cy="21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9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19 - Sprint 7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Análisis estadístico para detectar patrones y outliers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4320000"/>
            <a:ext cx="868104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291B5F0E-80AD-488A-8658-B2725911AE4C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Dec 22,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960" cy="1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0440" cy="185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2800" cy="179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240" cy="18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28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28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28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28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28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4720" cy="3381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Preparación de datos para análisis estádistico (100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720" cy="1036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9080" cy="29566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el uso de los ciclos y las funciones en python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9080" cy="29566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Explorar datos con estadísticos y gráficos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9080" cy="29566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DataPipelines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720" cy="1036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8720" cy="75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8720" cy="75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8720" cy="75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4720" cy="2522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8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4720" cy="1036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39720" cy="63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3562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2025-12-22T17:24:32Z</dcterms:modified>
  <cp:revision>39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