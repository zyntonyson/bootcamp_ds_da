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40BF2A-2757-4C91-82A7-63281D7885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A8336B-97AF-4C21-B232-E86B6D41ED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A9D6DA-E801-47E5-982A-04714D8059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5B6024-30C8-4AF8-B763-B1AE031E3A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B86098-51CC-4CD8-9685-F64E26495E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5342F0-AE36-4CE2-A6E6-AA2EF7FE0B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7BEA94-C477-42EF-A9E3-BD9DBB6FA78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6C667-DAB6-4D2C-96EC-58865D315B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4D202-1B8D-4C6F-B40B-0928A73971C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98E50D-965E-4F7C-938B-525DCBC8AE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2EB0F1-ADAC-46D3-8EBB-EE8DB28268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6EB24F-016E-40D9-A2D0-E1FFC398C3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454892-FDE7-42EE-A6EC-FAF9B97155F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720DCF-C7EC-4E09-9488-F0595233D74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6A65B6-01CD-40F4-8EDF-5DA1E195C8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74E807F-F9E2-47BC-8A2C-245D34B232C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016F1C-8907-4BB1-B885-13C1D16781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528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9E8116-9F71-4BD9-910F-342A4410E5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8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EE8748-774E-4892-9A58-87F2CE226B5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640" cy="141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D0A159-4DE5-4572-A39B-DD03FBFA9B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2CB6F12-5479-45E8-B2C1-4201A0ADF60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640" cy="85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640" cy="297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7A2621-3431-43E5-8AE3-6D8DBAE163E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B463ED-0B78-45A2-AEC3-A3778DCF27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84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B834E6-A91E-4CF5-BC38-905635EF82A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5D09594-17EF-425D-B1B7-347D5080998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5F9CD26-CF91-49FE-A1C5-477A0061259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FDF2AE-0E11-4CE8-9FFE-A53A076057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6F6DF9-16DE-4BFC-8B8B-FCE35BF72F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800" cy="21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22 - Sprint 11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Proyecto 2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120" cy="31618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B702BD7F-0358-4C4A-B6AE-5BE19FEE9AB4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04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4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400" cy="279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400" cy="25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4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2647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¿Cuánto hemos avanzado?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2" descr=""/>
          <p:cNvPicPr/>
          <p:nvPr/>
        </p:nvPicPr>
        <p:blipFill>
          <a:blip r:embed="rId2"/>
          <a:stretch/>
        </p:blipFill>
        <p:spPr>
          <a:xfrm>
            <a:off x="3558240" y="0"/>
            <a:ext cx="519048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6"/>
          <p:cNvSpPr/>
          <p:nvPr/>
        </p:nvSpPr>
        <p:spPr>
          <a:xfrm>
            <a:off x="540000" y="1218960"/>
            <a:ext cx="8276400" cy="23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¿Has tenido la oportunidad de usar las habilidades y conocimientos que has adquirido? Cuentanos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474;p49" descr=""/>
          <p:cNvPicPr/>
          <p:nvPr/>
        </p:nvPicPr>
        <p:blipFill>
          <a:blip r:embed="rId2"/>
          <a:stretch/>
        </p:blipFill>
        <p:spPr>
          <a:xfrm>
            <a:off x="5820120" y="3415320"/>
            <a:ext cx="2370240" cy="124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440" cy="29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Code challenge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datos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EDA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Métricas de negocio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13;p33"/>
          <p:cNvSpPr/>
          <p:nvPr/>
        </p:nvSpPr>
        <p:spPr>
          <a:xfrm>
            <a:off x="2286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limpieza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214;p33"/>
          <p:cNvSpPr/>
          <p:nvPr/>
        </p:nvSpPr>
        <p:spPr>
          <a:xfrm>
            <a:off x="320940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Analizar métricas de conversión de negocios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215;p33"/>
          <p:cNvSpPr/>
          <p:nvPr/>
        </p:nvSpPr>
        <p:spPr>
          <a:xfrm>
            <a:off x="6190560" y="1952280"/>
            <a:ext cx="2720160" cy="29577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Ejecutar pruebas A/B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800" cy="75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800" cy="2523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8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800" cy="1037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800" cy="64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3115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2025-09-18T00:49:58Z</dcterms:modified>
  <cp:revision>34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