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DC97B8-AD28-4965-BA52-A4DF0D3EA09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200D4E-E525-4F5F-B604-B4E9C9A7F64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F3A838-1ADD-442B-9AEB-8C3669C1266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6EF091-0E82-47FB-9B19-766035B2C3C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B0ECD5-B947-417A-9A0D-55B5F269A7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BA05E5-F143-41D3-B913-6103467F14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84D837-587A-463C-8193-6E1C042BF3D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D36FEB-81E5-4F0C-A8C5-6FC2761A2D1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B41F42-69D5-4BED-B758-6AF13097A17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682D55-D3A9-4A82-915D-B2294DB48D5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37063B-AEF2-4C08-A212-1BD6EF9C64A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A4AF17-559B-4B64-9C81-624EAACCACE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87F203-6FE9-4B6E-83BC-A374AA0EE10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96569E-23FE-4A5D-9A06-3FE66D7EE04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7432DC-0FF3-4277-93DF-7487E7A677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C4AE56-17ED-4261-AD7B-022698CE4DC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9E8108-30A0-4D9A-BB69-9C6C12ECE9E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AFED4BF-161A-4E64-ABB3-5AD12E877F5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9752E7-B965-4650-9F71-CEC092FD3A6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476686-265E-4362-B8CF-CC0982D5C57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A0DF28-EDC2-4609-B75C-BB769739328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00B405-2770-4FBC-B6D9-8FB21624B0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A6266D-D80B-4EF2-9747-8379699E4AF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391F56-EA87-482E-BEA4-0AB5C431026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6306188C-EEE4-4947-8CE9-A902AC54BA9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51B9377-63E1-4CA9-9493-E0FFEF1DEE5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DBC30F-905B-49B4-875C-09FABD0F6BA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05AF08-03DF-48FA-9DB5-E25C9D3BC0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160" cy="216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22 - Sprint 11</a:t>
            </a:r>
            <a:br>
              <a:rPr sz="54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Proyecto 2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2480" cy="3162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9C9E17B5-86C2-404B-9BC3-28A86E9DD75B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Sep 17,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400" cy="185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676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67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6760" cy="27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6760" cy="27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6760" cy="25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67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🫠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040" cy="2648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¿Cuánto hemos avanzado?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5;p2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9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20120" cy="80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Recap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2" descr=""/>
          <p:cNvPicPr/>
          <p:nvPr/>
        </p:nvPicPr>
        <p:blipFill>
          <a:blip r:embed="rId2"/>
          <a:stretch/>
        </p:blipFill>
        <p:spPr>
          <a:xfrm>
            <a:off x="3558240" y="0"/>
            <a:ext cx="5190840" cy="514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6"/>
          <p:cNvSpPr/>
          <p:nvPr/>
        </p:nvSpPr>
        <p:spPr>
          <a:xfrm>
            <a:off x="540000" y="1218960"/>
            <a:ext cx="8276760" cy="23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¿Has tenido la oportunidad de usar las habilidades y conocimientos que has adquirido?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Google Shape;474;p49" descr=""/>
          <p:cNvPicPr/>
          <p:nvPr/>
        </p:nvPicPr>
        <p:blipFill>
          <a:blip r:embed="rId2"/>
          <a:stretch/>
        </p:blipFill>
        <p:spPr>
          <a:xfrm>
            <a:off x="5820120" y="3415320"/>
            <a:ext cx="2370600" cy="124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5800" cy="298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Code challenge 🛠️  (90 min)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Manejo de datos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EDA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Métricas de negocio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80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213;p33"/>
          <p:cNvSpPr/>
          <p:nvPr/>
        </p:nvSpPr>
        <p:spPr>
          <a:xfrm>
            <a:off x="2286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limpieza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214;p33"/>
          <p:cNvSpPr/>
          <p:nvPr/>
        </p:nvSpPr>
        <p:spPr>
          <a:xfrm>
            <a:off x="32094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Analizar métricas de conversión de negocios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215;p33"/>
          <p:cNvSpPr/>
          <p:nvPr/>
        </p:nvSpPr>
        <p:spPr>
          <a:xfrm>
            <a:off x="619056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Ejecutar pruebas A/B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160" cy="2523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4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8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160" cy="64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2703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2025-09-17T11:06:46Z</dcterms:modified>
  <cp:revision>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