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480" cy="85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004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004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348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2160" cy="387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C053D70-6CB6-4295-8120-FA4D2DE9F07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480" cy="85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348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348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2160" cy="387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E7B64AC-A130-4EF9-B051-38618267723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480" cy="85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004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004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004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004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2160" cy="387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888F3F9-4818-4D8B-8884-F8C3D1BC4E9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480" cy="85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384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384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384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384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384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384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8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2160" cy="387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FABE809-EEA5-4922-9CCC-5A7D66C0242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2160" cy="387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F35DE54-C266-4B08-887E-BEE3BE966B0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480" cy="85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2160" cy="387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DBA37C2-2FB0-490F-8C37-0AE33AA93FD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480" cy="85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3480" cy="297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2160" cy="387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EF16439-7CC9-4CDA-9972-C5BE8062B70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480" cy="85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0040" cy="297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0040" cy="297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2160" cy="387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54BF41E-1BC4-4B0E-80F8-17F7C6C9E54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480" cy="85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2160" cy="387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850FDFE-5573-45D7-AA1C-3B85AF57641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2160" cy="387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66DDAF2-1B3C-411B-86EA-C16F04328ED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480" cy="85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004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0040" cy="297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004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2160" cy="387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0FEB0B6-1F97-4AFC-8A9D-5DF4B8A3055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480" cy="85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0040" cy="297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004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004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2160" cy="387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D4CCE8D-21C4-4F06-AEA2-871E2416367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480" cy="85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004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004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348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2160" cy="387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55395CB-7BEB-4ACD-9C21-465A84A8FEF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480" cy="85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348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348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2160" cy="387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0072432-46B7-43F5-80AD-BB3BF4520D4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480" cy="85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004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004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004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004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2160" cy="387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C30BFD9-B699-41EB-B2B1-BE28684CF0F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480" cy="85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384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384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384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384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384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384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8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2160" cy="387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03DAEA3-A7A0-488F-8985-A42F10E76CD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2160" cy="387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4CB753B-8D0B-4BD4-B157-32ED2B4D57B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840" cy="853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3840" cy="297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480" cy="85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2160" cy="387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DFFF0E3-9035-405F-A855-BCBF91CF799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480" cy="85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3480" cy="297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2160" cy="387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D81C76A-4E2B-4360-9D45-15845C4A3C3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480" cy="85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0040" cy="297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0040" cy="297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2160" cy="387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3BD20BC-85C5-457A-9A55-F3EA94D2868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480" cy="85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2160" cy="387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947C198-B86C-45B0-8C8E-2CE0D312AF1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2160" cy="387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9410681-650A-4AC2-AEA1-25BF96EB7AC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480" cy="85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004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0040" cy="297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004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5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2160" cy="387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4E00808-C997-4745-9F38-0788EB27ACB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3480" cy="85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0040" cy="297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004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0040" cy="141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5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2160" cy="387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B9D5278-7E35-4385-9635-F1C33786A95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D3100CE2-DBD3-4EC4-B96D-F2AC45E739CC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85A1A51B-FB97-4C44-B4E6-A4C4103CCE28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2520" cy="387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02C69EB-A296-412B-AE34-18885B22AC7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41800" cy="386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CC6E065-C06A-4420-A2D5-4B3CD1818BF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6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4000" cy="216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54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 34 - Sprint 1</a:t>
            </a:r>
            <a:r>
              <a:rPr b="0" lang="en" sz="5400" strike="noStrike" u="none">
                <a:solidFill>
                  <a:srgbClr val="000000"/>
                </a:solidFill>
                <a:effectLst/>
                <a:uFillTx/>
                <a:latin typeface="Inter ExtraBold"/>
                <a:ea typeface="Inter ExtraBold"/>
              </a:rPr>
              <a:t>7</a:t>
            </a:r>
            <a:r>
              <a:rPr b="0" lang="en" sz="40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 </a:t>
            </a:r>
            <a:br>
              <a:rPr sz="4000"/>
            </a:br>
            <a:r>
              <a:rPr b="0" lang="en" sz="40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Visión artificial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0400" cy="1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2"/>
          <p:cNvSpPr>
            <a:spLocks noGrp="1"/>
          </p:cNvSpPr>
          <p:nvPr>
            <p:ph type="subTitle"/>
          </p:nvPr>
        </p:nvSpPr>
        <p:spPr>
          <a:xfrm>
            <a:off x="152280" y="3202200"/>
            <a:ext cx="8680320" cy="31600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20BF318A-85A7-4BFA-99FE-137123ACE1BF}" type="datetime5">
              <a:rPr b="0" lang="en" sz="1200" strike="noStrike" u="none">
                <a:solidFill>
                  <a:srgbClr val="2a2a2a"/>
                </a:solidFill>
                <a:effectLst/>
                <a:uFillTx/>
                <a:latin typeface="Inter Medium"/>
                <a:ea typeface="Inter Medium"/>
              </a:rPr>
              <a:t>Jan 20, 2026</a:t>
            </a:fld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0760" cy="188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2240" cy="185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7"/>
          <p:cNvSpPr/>
          <p:nvPr/>
        </p:nvSpPr>
        <p:spPr>
          <a:xfrm>
            <a:off x="180000" y="540000"/>
            <a:ext cx="8454600" cy="180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Google Shape;49;p 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0040" cy="1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"/>
          <p:cNvSpPr/>
          <p:nvPr/>
        </p:nvSpPr>
        <p:spPr>
          <a:xfrm>
            <a:off x="288000" y="1944000"/>
            <a:ext cx="197460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lo conocía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2664000" y="1944000"/>
            <a:ext cx="1974600" cy="278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2664000" y="1944360"/>
            <a:ext cx="1974600" cy="278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4968000" y="1944720"/>
            <a:ext cx="1974600" cy="252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6948000" y="1945080"/>
            <a:ext cx="1974600" cy="252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🎉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240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0760" cy="188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2240" cy="185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Recap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49;p 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0040" cy="1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3640" cy="80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Recap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8" name="" descr=""/>
          <p:cNvPicPr/>
          <p:nvPr/>
        </p:nvPicPr>
        <p:blipFill>
          <a:blip r:embed="rId2"/>
          <a:stretch/>
        </p:blipFill>
        <p:spPr>
          <a:xfrm>
            <a:off x="3736800" y="0"/>
            <a:ext cx="5082480" cy="5142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subTitle"/>
          </p:nvPr>
        </p:nvSpPr>
        <p:spPr>
          <a:xfrm>
            <a:off x="152280" y="2017800"/>
            <a:ext cx="8513640" cy="298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Bienvenida (10min)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Vision artificial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Visualización del aprendizaje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Transfer learning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🤔  Reflexión y discusión: ¿Qué aprendimos en esta sesión? (10min)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Google Shape;49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0040" cy="1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3640" cy="80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213;p33"/>
          <p:cNvSpPr/>
          <p:nvPr/>
        </p:nvSpPr>
        <p:spPr>
          <a:xfrm>
            <a:off x="228600" y="1952280"/>
            <a:ext cx="2718360" cy="29559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Manipular imagenes en python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214;p33"/>
          <p:cNvSpPr/>
          <p:nvPr/>
        </p:nvSpPr>
        <p:spPr>
          <a:xfrm>
            <a:off x="3209400" y="1952280"/>
            <a:ext cx="2718360" cy="29559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Convertir imagenes en representaciones numéricas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215;p33"/>
          <p:cNvSpPr/>
          <p:nvPr/>
        </p:nvSpPr>
        <p:spPr>
          <a:xfrm>
            <a:off x="6190560" y="1952280"/>
            <a:ext cx="2718360" cy="29559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Entrenar clasificadores basados en imágenes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5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0400" cy="1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4000" cy="10357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7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68000" cy="754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8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68000" cy="754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68000" cy="754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4000" cy="25218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Vamos al código!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1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200" cy="185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4000" cy="10357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3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39000" cy="638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4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0400" cy="187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2707</TotalTime>
  <Application>LibreOffice/25.8.3.2$Windows_X86_64 LibreOffice_project/8ca8d55c161d602844f5428fa4b58097424e324e</Application>
  <AppVersion>15.0000</AppVersion>
  <Words>1731</Words>
  <Paragraphs>193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2026-01-20T18:01:24Z</dcterms:modified>
  <cp:revision>44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36</vt:i4>
  </property>
  <property fmtid="{D5CDD505-2E9C-101B-9397-08002B2CF9AE}" pid="3" name="Notes">
    <vt:i4>50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50</vt:i4>
  </property>
</Properties>
</file>