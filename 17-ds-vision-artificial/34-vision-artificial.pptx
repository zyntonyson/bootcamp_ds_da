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1C8478-33EC-4E04-87DD-114C80BDCBD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B087E2-F19B-48A8-8906-61666357A8B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84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D866A8-5E3C-4F0A-8977-60AE7F3B27D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8445C4-7299-4401-B250-CED490232B6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140BFC-AD60-4F39-8DFF-ED03046A6C9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B1D4B6-E30E-462F-B24F-6D1E9EBB46E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FF1855-B7DA-4E94-8046-40D0C72C81E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941595-2415-46B8-9335-B7EE3A3FA3F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D081A7-8D3F-4BDE-A7F2-C15983066FD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14097D-C3E1-47A0-BC31-30C21EF30BE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7BCD23-D031-4030-94F7-C7AAFD8CCED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8705DD-5258-4B32-9EC6-B27794215FB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22504E-6D8A-4BB4-9F96-CAB2DA5FE93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200" cy="8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200" cy="297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452C32-CD07-4B45-A9EE-FA2F089351F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84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97B380-6F97-4CF7-9C12-5A625A5E0B8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64E19E-F9D9-4427-B3BF-F286CE22E64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29E1A1-281B-4D93-BDD3-425A55E5ED2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0C7C8E-86A1-4C60-B0E3-91FC9E865A6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675E9D-DBF0-49A7-918A-A69B984546F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F8AE5F-45C7-482A-A4BF-956C42462DE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0DC1AB-0F09-4608-A9FB-7B2E9410298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84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E4B6B7-C13E-4BF5-B48E-854BC8D75CC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4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5E6477-1D13-4BE2-BF73-3F6EE103687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4200" cy="141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7AE442-9C0A-4CE7-AF35-6E5D5FED2AA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0F964BE1-AD5E-46DE-9998-60027F95B137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1011BD3-F624-42E2-92EE-B222EA7A3D9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723519-C9D1-4221-ADA4-C2DDC4FBBF7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9CD84B-C850-4CFD-97EC-EDC7F67F5B0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4360" cy="216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34 - Sprint 1</a:t>
            </a:r>
            <a:r>
              <a:rPr b="0" lang="en" sz="5400" strike="noStrike" u="none">
                <a:solidFill>
                  <a:srgbClr val="000000"/>
                </a:solidFill>
                <a:effectLst/>
                <a:uFillTx/>
                <a:latin typeface="Inter ExtraBold"/>
                <a:ea typeface="Inter ExtraBold"/>
              </a:rPr>
              <a:t>7</a:t>
            </a: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Visión artificial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0680" cy="31604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2D2B200A-2E17-4F79-9F19-A384D7D17E65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Oct 23,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600" cy="185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496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49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4960" cy="27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4960" cy="27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4960" cy="25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4960" cy="25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600" cy="185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Recap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000" cy="80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Recap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3736800" y="0"/>
            <a:ext cx="5082840" cy="514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4000" cy="298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Aviso parroquial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Jueves 30 oct ➡️ Martes 28 oct 8 PM CDMX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Vision artificial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Visualización del aprendizaje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Transfer learning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000" cy="80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18720" cy="29563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Manipular imagenes en python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18720" cy="29563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Convertir imagenes en representaciones numéricas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18720" cy="29563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Entrenar clasificadores basados en imágenes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360" cy="1036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8360" cy="75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8360" cy="75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8360" cy="75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4360" cy="2522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85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4360" cy="1036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39360" cy="63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2707</TotalTime>
  <Application>LibreOffice/25.8.2.2$Windows_X86_64 LibreOffice_project/d401f2107ccab8f924a8e2df40f573aab7605b6f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2025-10-23T21:18:51Z</dcterms:modified>
  <cp:revision>43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