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C30E9F-EA35-4FE9-B581-DA97EE998E5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799D21-5915-4AB1-8013-33372BEE5F5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1BB267-154C-4573-8334-FA3AA9A1193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44D417-94F4-45B9-AF3A-81C9D31762B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07DC8D-91A8-4BD1-B767-46A3E07CD17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BF7022-E5B2-439B-BA54-51D89999270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D126E1-9335-4DAC-9915-0A602903D17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0FBE0A-CE73-4928-9E35-460631F1E24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A446DB-7BFF-43D1-8AB2-199FB179845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BEF88E-A136-40E0-869D-6560669BED9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450F85-45C9-48D1-BC35-0A6BBC62B80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F6AF48-0CD0-4B4C-B482-0453F409CBB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3227C5-B8CD-43C3-94D1-F778899FF31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56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2C2F3B-9210-4FFD-9FA9-953F5CB6225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01C8DB-8C27-4CBE-8AA5-CBA262D43CD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9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079872-2ECD-41F2-ADF8-CA779C81B3C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3903CA-C15E-4B85-9B43-60A540C5650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9F9E07-0DCF-4BEE-9065-70C6BE5B9F8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56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AF88E0-5BA7-4A7C-8068-B375C671D90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016B84-290A-41DB-BA7E-7F2C108F28E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4802E9-967F-48E6-BC74-A40DBCAE4E8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EA1C07-4AF1-4A90-9DA1-BD4074E9C7A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FD90FE-EB43-49B8-BBE3-000A6F0FDDD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560" cy="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120" cy="297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120" cy="141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3DD271-6166-4C66-96F5-C91DEAF17C4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782BD73C-5AC9-4BAE-83D0-C02184CB5CFA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11F3EE1-4E58-4E65-A33B-0D5630547A3F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B96B34-2418-49B9-9CE9-FCA320206DF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068106-D9ED-48FD-A3BE-57FD98CDD04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5080" cy="21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33 - Sprint 1</a:t>
            </a:r>
            <a:r>
              <a:rPr b="0" lang="en" sz="5400" strike="noStrike" u="none">
                <a:solidFill>
                  <a:srgbClr val="000000"/>
                </a:solidFill>
                <a:effectLst/>
                <a:uFillTx/>
                <a:latin typeface="Inter ExtraBold"/>
                <a:ea typeface="Inter ExtraBold"/>
              </a:rPr>
              <a:t>7</a:t>
            </a: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Visión artificial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1400" cy="3161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2F1B977D-8958-4B50-A0E9-56921D46EF07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Oct 16,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3320" cy="185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568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56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5680" cy="27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5680" cy="27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5680" cy="25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5680" cy="25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4720" cy="298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Aviso parroquial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Jueves 30 oct ➡️ Martes 28 oct 8 PM CDMX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Vision artificial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Manejo de imágenes con python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Redes convolucionales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4720" cy="80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19440" cy="29570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Manipular imagenes en python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19440" cy="29570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Convertir imagenes en representaciones numéricas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19440" cy="295704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Entrenar clasificadores basados en imágenes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080" cy="1036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9080" cy="75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9080" cy="75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9080" cy="755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5080" cy="2522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86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5080" cy="1036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0080" cy="63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2639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2025-10-16T17:20:14Z</dcterms:modified>
  <cp:revision>40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