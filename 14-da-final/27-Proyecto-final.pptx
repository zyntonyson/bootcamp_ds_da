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A025C9-6119-49E2-8F3A-D55C9672B1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CCC011-7324-4E56-B17D-F1E4E42E358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DF919C-DD98-4295-9BB4-851A1A7E9BB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70BD0B-6533-49D6-AB79-BCEF3723F46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312406-4731-424E-B37F-7A7A47D5B8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EBEC3B-8753-4AA8-91C1-061DB7DC5F3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BC60A1-3165-4CE8-BFC6-89C2F0D0AB6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75A564-35A6-4280-8ABF-EC8DCBF732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7BAA23-D814-4E9A-B236-6E6855859F1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5662C4-E784-457C-A998-E7A3D665899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B5B703-0635-43F1-8B7F-90357D3622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ACE16E-D712-48B8-9D38-239B295491A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CE9132-C3A6-4BCE-A594-93F69F56375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6251A8-91D2-493B-866B-7999453C6F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1232D4-D256-4BAE-872D-5A54892A781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5ADFF7-9CA1-400A-B7A6-CF2DC11F2FE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D356ED-68E8-48BC-A4E0-D20ABF8044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44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39C63F-9EC5-4BF5-B260-D3FF32528D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40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F42C03-DE89-4432-8338-7B3B1D60ED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800" cy="1420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3CAFF0-14C2-45D3-8F4A-116EF630FE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B4DFEB-1E72-4E3C-BE44-B6DE708304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80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800" cy="29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98336A-267F-4FCA-ADEA-491ECC12C76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C3754-44E2-4263-B723-495364381E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400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181A0C-FA36-4591-AFAC-60C00B954CF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F696414-9369-4436-901F-A321E9991B3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DC95CC0-BC87-4390-B660-06B5BCCE628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33A99A-34DD-4A9E-AC27-B3E84B2F570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3640E3B-E967-4569-B57F-E147388CF58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960" cy="216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2 - Sprint 14</a:t>
            </a:r>
            <a:endParaRPr b="0" lang="es-MX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MX" sz="3600" strike="noStrike" u="none">
                <a:solidFill>
                  <a:srgbClr val="666666"/>
                </a:solidFill>
                <a:effectLst/>
                <a:uFillTx/>
                <a:latin typeface="Arial"/>
                <a:ea typeface="Inter ExtraBold"/>
              </a:rPr>
              <a:t>Proyecto final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4280" cy="3164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02054BC8-3675-4C28-AC21-673399EFAA21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4,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840" cy="184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820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al proyecto final?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82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🤓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ahora me doy cuenta cuanto he aprendido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8200" cy="35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👌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Tranquilo, siento que conozco los temas pero necesito repasar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968000" y="1944720"/>
            <a:ext cx="1978200" cy="29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Sorprendido, va requerir mucho de mi, necesito revisar mis apuntes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948000" y="1945080"/>
            <a:ext cx="1978200" cy="32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😶‍🌫️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comenzando, veo que hay temas que no recuerdo del todo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20120" cy="80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"/>
          <p:cNvPicPr/>
          <p:nvPr/>
        </p:nvPicPr>
        <p:blipFill>
          <a:blip r:embed="rId2"/>
          <a:stretch/>
        </p:blipFill>
        <p:spPr>
          <a:xfrm>
            <a:off x="3558240" y="0"/>
            <a:ext cx="51908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7960" cy="3535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Revisión del proyecto final (30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❓Preguntas y respuestas (10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520" cy="19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8000" cy="184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Estructura del proyecto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49;p 1" descr=""/>
          <p:cNvPicPr/>
          <p:nvPr/>
        </p:nvPicPr>
        <p:blipFill>
          <a:blip r:embed="rId1"/>
          <a:stretch/>
        </p:blipFill>
        <p:spPr>
          <a:xfrm>
            <a:off x="228960" y="228960"/>
            <a:ext cx="864360" cy="19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4"/>
          <p:cNvSpPr txBox="1"/>
          <p:nvPr/>
        </p:nvSpPr>
        <p:spPr>
          <a:xfrm>
            <a:off x="97200" y="42516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Tareas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"/>
          <p:cNvGraphicFramePr/>
          <p:nvPr/>
        </p:nvGraphicFramePr>
        <p:xfrm>
          <a:off x="2185560" y="1291320"/>
          <a:ext cx="6094440" cy="3208680"/>
        </p:xfrm>
        <a:graphic>
          <a:graphicData uri="http://schemas.openxmlformats.org/drawingml/2006/table">
            <a:tbl>
              <a:tblPr/>
              <a:tblGrid>
                <a:gridCol w="2022120"/>
                <a:gridCol w="766080"/>
                <a:gridCol w="3306240"/>
              </a:tblGrid>
              <a:tr h="2426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Tarea</a:t>
                      </a:r>
                      <a:endParaRPr b="1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SP</a:t>
                      </a:r>
                      <a:endParaRPr b="1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1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Proyecto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Dashboards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Opción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Bases de datos (SQL)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Presentación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Prueba A/B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Descomposición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Obligatorio, Habilidades sociales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4496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Trabajar con documentación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Obligatorio, Habilidades sociales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21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/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960" cy="2525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Dudas y preguntas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960" cy="1039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960" cy="64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360" cy="19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1665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2025-09-04T17:18:10Z</dcterms:modified>
  <cp:revision>27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