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8FB49C-4FE1-47FA-A1CD-DC0B5E2F24E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7EF0F6-18F3-4056-9005-BD3D54DB1D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A45379-9619-49F9-AD36-A738497308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520DD8-E1EB-4EA4-A2A6-59DE11C4F6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5B78C8-952C-497C-86F9-32CC57C008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CE08FF-CADA-4FBF-9FD3-1311103DFA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9411DB-CC1A-4E87-91F9-18F4227948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431B3A-9819-4BBD-880E-EE9CA75E94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02C4B8-665E-4BAC-9C17-74E56C9333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D95ED0-E1E3-4CD0-973B-A0F411F3BB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CCC740-ABD6-4980-958F-EF5BF28388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58F3E9-6FC1-42FD-A1CD-0059C584B3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DC4066-4F38-4B81-9229-85D6414E45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4CE07B-E6A3-43B7-8CE0-EE4B172D5B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C403FE-71B5-4F4A-BE66-32DA7A00F9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D5C1C6-4DC1-409F-A122-C9AF944176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C623B9-4F9E-471D-9B49-59D0565B1A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77E203-BAD0-4BD1-8B2B-F4076DC226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61EFD0-A4A1-4754-96FB-48087BB931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1B220A-A9B1-4C87-B198-442414AED6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7B5DFC-DBF2-4EA6-9BB9-A823B98BB3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F92018-C35D-4D1C-A38E-2B1139071A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B55B4E-2D7A-45F9-B19D-4C2FA25758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72A19D-6BF0-46A3-A274-75F28554DE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400" cy="216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19 - Sprint 9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de negocio: Cohortes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720" cy="3165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C2B7E68E-F5D8-4F26-8D13-B44BB9DCC2A5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Aug 27,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9400" cy="3537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Verdana"/>
                <a:ea typeface="Inter"/>
              </a:rPr>
              <a:t>⭐ Por qué los datos importan: relevancia del análisis de datos en los negocios (10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Verdana"/>
                <a:ea typeface="Inter"/>
              </a:rPr>
              <a:t>Ejemplo práctico ( Análisis de campañas) (80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Verdana"/>
                <a:ea typeface="Inter"/>
              </a:rPr>
              <a:t>📊 Midiendo resultados: tasas de conversión y su interpretación práctica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Verdana"/>
                <a:ea typeface="Inter"/>
              </a:rPr>
              <a:t>💰 Evaluando impacto: rentabilidad de campañas con ROI y ROMI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1800" strike="noStrike" u="none">
                <a:solidFill>
                  <a:srgbClr val="1a1a1a"/>
                </a:solidFill>
                <a:effectLst/>
                <a:uFillTx/>
                <a:latin typeface="Verdana"/>
                <a:ea typeface="Inter"/>
              </a:rPr>
              <a:t>🤔 Reflexión y discusión: aprendizajes clave y aplicaciones al mundo real (10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213;p33"/>
          <p:cNvSpPr/>
          <p:nvPr/>
        </p:nvSpPr>
        <p:spPr>
          <a:xfrm>
            <a:off x="2286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Comprender la importancia de medir en los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214;p33"/>
          <p:cNvSpPr/>
          <p:nvPr/>
        </p:nvSpPr>
        <p:spPr>
          <a:xfrm>
            <a:off x="32094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Analizar datos de campañas de marketing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215;p33"/>
          <p:cNvSpPr/>
          <p:nvPr/>
        </p:nvSpPr>
        <p:spPr>
          <a:xfrm>
            <a:off x="619056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Determinar la rentabilidad para el negocio de campañas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400" cy="2527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60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400" cy="104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400" cy="6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2025-08-27T15:14:18Z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