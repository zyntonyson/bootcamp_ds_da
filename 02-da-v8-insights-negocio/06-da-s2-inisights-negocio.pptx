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F80829D-B3A3-42ED-9EF2-E2B8B2C9C10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5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36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D61E2FA-3BEA-48B9-B54E-4036C7D8D76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00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71B14D9-A1FB-4938-9588-D534EF0A6C7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56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56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25101D-DF04-4BCA-A140-94D6C3FDCF8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A968A15-1997-4768-ADFC-14595571BF5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77426BE-E790-477B-9CC1-3DAF4A805B9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56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61A3DA-5587-4330-97D5-C1F82948227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56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FCD5A3B-48D1-49F7-9D92-CFCE1E572C7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00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33D4A77-D887-48D2-9E51-637BC21E89E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00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00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6EFE5D6-7E59-4E66-A4F0-F556CAC47F8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25373E0-1B9B-499D-918F-EAA6B4CA032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8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41D8090-132A-413B-9CE9-BD1BF47AB44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1AA960A-5097-4362-A469-B90B09BF584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36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2E74E7B-E9CA-4774-8BBB-F70421741A7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00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330A48F-A010-494B-AAF8-B427AC54B1D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56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56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4AFF146-596C-4287-B6AD-CFE0E19EEEA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3CE0B4C-9709-466B-A42C-7847FB94DEC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7CD788B-1EA8-4579-BD70-625D142898F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56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088C6D2-27AD-4A80-B8D3-653B249C55B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56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1D65163-7A27-444E-93E7-4AF2EA88A87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00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66B7306-7653-4B71-8562-82825A51189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00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00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1EA559-F9BA-4AC6-AECB-189B39E1F71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6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9B2B676-EF64-490F-AF10-7E7E11146D5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8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C075C69-60A2-4EBE-B99F-98247C4B539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DD8272BE-B8F3-4A13-B941-269EC95FE82A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4DC4581-B52B-4FB0-9E25-739A9D47816C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5400" cy="3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DBA3400-9BDE-4239-8B3F-6CD8CFB198F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E5451B1-7BB7-4266-9B10-33A09A3372E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6160" cy="216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W06 Sprint 2 :</a:t>
            </a:r>
            <a:br>
              <a:rPr sz="6000"/>
            </a:br>
            <a:r>
              <a:rPr b="0" lang="en" sz="5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 </a:t>
            </a:r>
            <a:r>
              <a:rPr b="0" lang="en" sz="4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Transformar datos para </a:t>
            </a:r>
            <a:r>
              <a:rPr b="0" i="1" lang="en" sz="4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insights</a:t>
            </a:r>
            <a:r>
              <a:rPr b="0" lang="en" sz="4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 de negocio 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MX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Coding together  II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5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56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"/>
          <p:cNvSpPr/>
          <p:nvPr/>
        </p:nvSpPr>
        <p:spPr>
          <a:xfrm>
            <a:off x="144360" y="4612680"/>
            <a:ext cx="19803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fld id="{914FDA60-7A74-4196-BAAA-27A449511443}" type="datetime5">
              <a:rPr b="0" i="1" lang="es-MX" sz="1500" strike="noStrike" u="none">
                <a:solidFill>
                  <a:srgbClr val="000000"/>
                </a:solidFill>
                <a:effectLst/>
                <a:uFillTx/>
                <a:latin typeface="Verdana"/>
                <a:ea typeface="DejaVu Sans"/>
              </a:rPr>
              <a:t>16 de oct de 2025</a:t>
            </a:fld>
            <a:endParaRPr b="0" lang="es-MX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56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4040" cy="3471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¡Bienvenidos!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240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0400" cy="1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1880" cy="185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7"/>
          <p:cNvSpPr/>
          <p:nvPr/>
        </p:nvSpPr>
        <p:spPr>
          <a:xfrm>
            <a:off x="180000" y="540000"/>
            <a:ext cx="8454240" cy="180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Google Shape;49;p 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9680" cy="1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"/>
          <p:cNvSpPr/>
          <p:nvPr/>
        </p:nvSpPr>
        <p:spPr>
          <a:xfrm>
            <a:off x="288000" y="1944000"/>
            <a:ext cx="197424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2664000" y="1944000"/>
            <a:ext cx="197424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2664000" y="1944360"/>
            <a:ext cx="197424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4968000" y="1944720"/>
            <a:ext cx="197424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6948000" y="1945080"/>
            <a:ext cx="197424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🎉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subTitle"/>
          </p:nvPr>
        </p:nvSpPr>
        <p:spPr>
          <a:xfrm>
            <a:off x="152280" y="1573560"/>
            <a:ext cx="8516160" cy="35377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👋 Bienvenida  (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10 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Aviso parroquial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Jueves 30 oct ➡️ Miércoles 29 oct 8 PM CDMX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Revisión de contenido del proyecto (15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🧩🫱🏼‍🫲🏻Trabajo colaborativo II: 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(50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✅Cierre y siguientes pasos (15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56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6160" cy="10378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213;p33"/>
          <p:cNvSpPr/>
          <p:nvPr/>
        </p:nvSpPr>
        <p:spPr>
          <a:xfrm>
            <a:off x="228600" y="1952280"/>
            <a:ext cx="2720520" cy="29581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Traducir necesidades de negocio a métricas claras y medibles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214;p33"/>
          <p:cNvSpPr/>
          <p:nvPr/>
        </p:nvSpPr>
        <p:spPr>
          <a:xfrm>
            <a:off x="3209400" y="1952280"/>
            <a:ext cx="2720520" cy="29581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Preparar datos para análisis de negocio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215;p33"/>
          <p:cNvSpPr/>
          <p:nvPr/>
        </p:nvSpPr>
        <p:spPr>
          <a:xfrm>
            <a:off x="6190560" y="1952280"/>
            <a:ext cx="2720520" cy="29581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Descubrir </a:t>
            </a:r>
            <a:r>
              <a:rPr b="0" i="1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insights</a:t>
            </a: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de interés y comunicarlos al cliente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4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56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180000" y="579240"/>
            <a:ext cx="8516160" cy="10378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6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0160" cy="75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7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0160" cy="75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0160" cy="756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6160" cy="25239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Veamos!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0" name="Google Shape;235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360" cy="187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6160" cy="10378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2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1160" cy="640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3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2560" cy="190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2224</TotalTime>
  <Application>LibreOffice/25.8.0.4$Windows_X86_64 LibreOffice_project/48f00303701489684e67c38c28aff00cd5929e67</Application>
  <AppVersion>15.0000</AppVersion>
  <Words>1959</Words>
  <Paragraphs>195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2025-10-16T17:18:26Z</dcterms:modified>
  <cp:revision>33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35</vt:i4>
  </property>
  <property fmtid="{D5CDD505-2E9C-101B-9397-08002B2CF9AE}" pid="3" name="Notes">
    <vt:i4>51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51</vt:i4>
  </property>
</Properties>
</file>