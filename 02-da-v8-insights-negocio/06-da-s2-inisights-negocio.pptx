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91F697-5733-4D4E-ACC0-E32A0482FAE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E6F3F5-2414-4299-9F72-A59A41B5FEA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0C2F78-9B59-4CEE-B79D-86FE3FE99B3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03CBEA-FFEA-4F0D-A17E-05EA0C7C5B1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0D3A24-6B59-4963-801F-15D7978C647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BC53C2-1952-4599-ABAC-B6554DB4BB6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24483D-313C-498D-8368-25587B7E549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6E447E-18B9-4E3A-AA60-49162B10A2C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3D107B-CFA5-4C07-A653-E04E109227F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7DE8E0-46A4-4D48-AE6A-19322CDC3DC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E80CDC-9C5B-406E-ABAC-939CCCD90FE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119DB2-4A83-428F-BB4F-E3464133A7A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7B6483-B570-4AFE-8931-52C613E7A9A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EE89BC-2FF1-4B64-898B-255EC18C0D1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2D80E0-7834-4884-8CA5-EB4C84DAD22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FBF975-20E9-40B7-9390-3001F1F04D7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BADBE1-1E08-445D-BAEA-2B14959E2D6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0D6DA7-97B2-4424-88FF-126700CBB0C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E95D4E-E8A9-4A37-834F-69E89BF2707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BD37BD-FF80-4DFF-B861-10C1BC1AEAE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089C52-C2EF-4F26-A768-0123A874C04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61800A-0B02-48E1-B1CD-CC45BC368A8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3EBAE5-0F53-4A35-A48D-AFEA4CC2061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D66D37-95D1-4B22-B737-76CC06EAF0E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4D7FD32A-5C43-44C7-BD27-27F5B6A187B5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2E5010E-7BE8-42D5-B276-5B654D6086E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C015EC-C7F5-4B46-B215-934198821CE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564B93-CB8A-4D9E-80B9-410EA6A7EDB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800" cy="216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W06 Sprint 2 :</a:t>
            </a:r>
            <a:br>
              <a:rPr sz="6000"/>
            </a:b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r>
              <a:rPr b="0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Transformar datos para </a:t>
            </a:r>
            <a:r>
              <a:rPr b="0" i="1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insights</a:t>
            </a:r>
            <a:r>
              <a:rPr b="0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de negocio 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Coding together  II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44360" y="4612680"/>
            <a:ext cx="1980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fld id="{AD2ACED4-5452-4F1C-83FA-776D0DD67CCD}" type="datetime5">
              <a:rPr b="0" i="1" lang="es-MX" sz="1500" strike="noStrike" u="none">
                <a:solidFill>
                  <a:srgbClr val="000000"/>
                </a:solidFill>
                <a:effectLst/>
                <a:uFillTx/>
                <a:latin typeface="Verdana"/>
                <a:ea typeface="DejaVu Sans"/>
              </a:rPr>
              <a:t>9 de ene de 2026</a:t>
            </a:fld>
            <a:endParaRPr b="0" lang="es-MX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3680" cy="3470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¡Bienvenidos!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240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520" cy="185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7"/>
          <p:cNvSpPr/>
          <p:nvPr/>
        </p:nvSpPr>
        <p:spPr>
          <a:xfrm>
            <a:off x="180000" y="540000"/>
            <a:ext cx="8453880" cy="18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320" cy="1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"/>
          <p:cNvSpPr/>
          <p:nvPr/>
        </p:nvSpPr>
        <p:spPr>
          <a:xfrm>
            <a:off x="288000" y="1944000"/>
            <a:ext cx="19738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2664000" y="1944000"/>
            <a:ext cx="19738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664000" y="1944360"/>
            <a:ext cx="19738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968000" y="1944720"/>
            <a:ext cx="19738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948000" y="1945080"/>
            <a:ext cx="19738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ubTitle"/>
          </p:nvPr>
        </p:nvSpPr>
        <p:spPr>
          <a:xfrm>
            <a:off x="152280" y="1573560"/>
            <a:ext cx="8515800" cy="35373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👋 Bienvenida 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10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contenido del proyecto (15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🧩🫱🏼‍🫲🏻Trabajo colaborativo II: 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(50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✅Cierre y siguientes pasos (15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13;p33"/>
          <p:cNvSpPr/>
          <p:nvPr/>
        </p:nvSpPr>
        <p:spPr>
          <a:xfrm>
            <a:off x="22860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Traducir necesidades de negocio a métricas claras y medibles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214;p33"/>
          <p:cNvSpPr/>
          <p:nvPr/>
        </p:nvSpPr>
        <p:spPr>
          <a:xfrm>
            <a:off x="320940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Preparar datos para análisis de negocio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5;p33"/>
          <p:cNvSpPr/>
          <p:nvPr/>
        </p:nvSpPr>
        <p:spPr>
          <a:xfrm>
            <a:off x="619056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Descubrir </a:t>
            </a:r>
            <a:r>
              <a:rPr b="0" i="1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insights</a:t>
            </a: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de interés y comunicarlos al cliente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180000" y="57924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800" cy="2523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Veamos!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0" name="Google Shape;235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8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800" cy="64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4819</TotalTime>
  <Application>LibreOffice/25.8.3.2$Windows_X86_64 LibreOffice_project/8ca8d55c161d602844f5428fa4b58097424e324e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2026-01-11T16:51:15Z</dcterms:modified>
  <cp:revision>35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