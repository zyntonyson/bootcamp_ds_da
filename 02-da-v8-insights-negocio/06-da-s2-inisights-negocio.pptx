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BE07BF-5DC0-4DF0-A90E-8A425CE6AD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8CD5D7-4512-44F7-9E53-B0344AB474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F64F21-9D0B-4BB1-AE2D-C049B5C207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309446-1624-4E29-A889-4D137688D7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B160D5-5105-475D-B56D-3F117D5901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8E552B-06BF-4AF9-AD9C-BB9AD7C1E5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C9964C-70F8-47C7-B900-ABFB79401BD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4D2879-8786-4B16-896A-236B586D3D5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D8F5AC-20E3-44E3-9683-4558070FE16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7539F6-AD49-4235-ABD6-3B8ED4C58A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531643-53FD-4FEE-B005-9196BFB8C03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A9C773-059D-4C1F-9600-76F2611B5E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8A90B-DC0B-4746-84BF-BE678AE206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A1FEE1-6BEF-4807-8C6C-52573027099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4A16D1-77A3-4506-8EB3-AC73F5636C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F0C496-E5D9-44DD-8E00-E2A4068B1C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5DBC73-BFA0-439C-91C2-DAEF22F6B33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275663-0ABC-4AD4-951E-7D48A0EA509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BDE882-94CF-4419-9F8B-BDA638C161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76FEF-42ED-4645-AAD5-65246645E4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128E3F-DC12-4954-95D0-A635818C7D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EE62FD-5E2C-4EC2-B6D6-FBFB991B5C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811FF1-9801-4DF7-AA6C-9D765A6AC4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892CD0-E73D-47C7-8E8E-2EC6B42021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A3BD559-3ABC-4781-BFDB-751C9F13EFE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569DA2E-16D3-4CE9-9DF0-C9C90AA7BCF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0F0AB0-4872-4392-90A1-8F8576DC5B9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89D05B-EA9E-4043-A566-5024789415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W06 Sprint 2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Transformar datos para </a:t>
            </a:r>
            <a:r>
              <a:rPr b="0" i="1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insights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de negocio 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Coding together  II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0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2DFACC71-F394-4451-8B6F-A4409BB933BD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9 de ene de 2026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347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520" cy="18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388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580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contenido del proyecto (15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🧩🫱🏼‍🫲🏻Trabajo colaborativo II: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(50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✅Cierre y siguientes pasos (15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Traducir necesidades de negocio a métricas claras y medibles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Preparar datos para análisis de negocio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 y comunicarlos al cliente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2224</TotalTime>
  <Application>LibreOffice/25.8.3.2$Windows_X86_64 LibreOffice_project/8ca8d55c161d602844f5428fa4b58097424e324e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2026-01-09T19:55:31Z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