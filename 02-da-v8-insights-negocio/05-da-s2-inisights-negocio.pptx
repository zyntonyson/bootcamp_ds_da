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30EFE3-CCB6-4E95-B9E1-56CDC18DA7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9C1D4A-CFB6-444A-A65D-50082D4A21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342772-F9CE-442C-9FA4-0F0B94263B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310FA6-6C0B-4865-BB0D-DF06776C69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88081-5028-4386-B7AE-11D090078C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CFDF74-A6CB-487B-92B5-6FEDEE3487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32DDE5-313B-463D-A169-E7B083C392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488D0A-EC4B-40BC-AC48-AD556EDCDB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2C03F6-E326-4100-B72F-D888DE0148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DBDD8F-EE64-429C-BDD6-1148438CA1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06E644-0499-4F72-BF45-E7241828EC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35297C-34F0-414A-AEA3-AF474CCBAD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4C4B55-2B19-45B5-84DD-0357D5781B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CBEBDB-8A2E-429A-86BF-810441715A4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0CFC79-9676-4588-8FCA-64F769492C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A7C614-EEE9-4088-AD0C-573B375E87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56EE6B-4355-453D-9A02-0ABE7C095F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36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0E368F-C20F-4CC0-B479-BF498D0E6B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9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580FBC-37B4-462E-8AD4-0567772D51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720" cy="141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3B120C-486F-414C-9476-6D3905ED72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B5AC83-C480-4C47-A8BC-1152544CDB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4F5840-A99F-44C6-BC00-BBF9840E38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470894-06D2-49AF-B293-D007E79533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92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DA7704-39FF-41A6-9AA5-928DEE168E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0F2FE77-EA56-4C94-BE8E-63097073BC5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3D80937-9905-43B0-9D34-1D947F251E3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75EB52-EA83-4FBB-891A-B0D3CD8E8E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D92764-9CAE-441F-BE1D-330120D2E4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520" cy="21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W05 Sprint 2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Transformar datos para </a:t>
            </a:r>
            <a:r>
              <a:rPr b="0" i="1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insights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de negocio 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Coding together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0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BFBE3079-7091-44FF-8BC3-12A3B732AB21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13 de oct de 2025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347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46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347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6520" cy="3538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🧩🫱🏼‍🫲🏻Trabajo colaborativo: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(60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✅Cierre y siguientes pasos (10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Traducir necesidades de negocio a métricas claras y medibles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datos para análisis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 y comunicarlos al cliente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52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52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</TotalTime>
  <Application>LibreOffice/25.8.0.4$Windows_X86_64 LibreOffice_project/48f00303701489684e67c38c28aff00cd5929e67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2025-10-13T16:09:02Z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