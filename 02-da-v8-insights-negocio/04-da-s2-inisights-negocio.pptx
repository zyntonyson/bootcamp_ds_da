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A15A29-AB1D-4A9C-8FA1-FD0CB0F4749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F03D68-F2AE-4C04-8AB9-88E248B018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56C15D-33AD-478E-AA33-76EBEE66E3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4D26D2-E2C0-4821-A77D-81B0BE08650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81716B-8DA6-4C68-A34B-FC6A1DDE9A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6D6100-7BA5-497D-A3C9-95C824D5BCD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D8DD56-6B83-4FFB-895C-C6EDD84388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04821E-D004-417E-B703-97607971EC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22A565-7C54-4BDD-95CD-52108D0776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F4156E-E183-4D92-998E-1FAF655754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2F2F30-E439-49CD-B011-DF87D273D5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EE9A1E-60C2-4D7A-8545-7DB956CF74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F09C27-9F1F-44FC-BC5A-5FBBBA2EB52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A81068-4016-4EB5-8198-4CEC3DC75E6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D4E3B9-0C09-4D79-8E91-27C2AA1425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8672F8-6E5D-499F-8A97-7980B6036B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01E4D4-C535-45D1-BAA8-227EC1CF70A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436072-BF62-48FE-BA2F-9F97D11A25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C76930-EB40-4C92-94FE-10EF95099C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F14FCC-5531-48AD-B045-F4D065BBC95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6A7A2A-F234-4BEA-B261-14EC5E7E44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024FB2-C47E-4147-BFEF-943406428F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70DD79-7F4A-44CD-A681-C10588F1C4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BA0F2B-1380-4D93-8C26-E76A59EE65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1AF34D39-AD65-4B7A-B0C5-899F000B361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07B0C6D-05BE-4F72-B473-6F445CB8F76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310B65-6CD9-4546-A352-C17306C4B6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EF2520-904A-4987-8912-A7D7D4709D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880" cy="216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W04 Sprint 2 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Transformar datos para </a:t>
            </a:r>
            <a:r>
              <a:rPr b="0" i="1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insights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de negocio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 y ejercicios guiados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10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A5445DD0-C97E-435D-9223-1AD05A6F8A75}" type="datetime5">
              <a:rPr b="0" i="1" lang="es-MX" sz="15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9 de oct de 2025</a:t>
            </a:fld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3471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49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49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49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3472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algunos conceptos importantes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6880" cy="3538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🧠Repaso de conceptos de interés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25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🧩Práctica guiada: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Caso Almacén Global (60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✅Cierre y siguientes pasos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Traducir necesidades de negocio a métricas claras y medibles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Preparar datos para análisis de negocio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Descubrir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insights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interés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880" cy="2524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Veamos!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8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880" cy="64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2122</TotalTime>
  <Application>LibreOffice/25.8.0.4$Windows_X86_64 LibreOffice_project/48f00303701489684e67c38c28aff00cd5929e67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2025-10-09T17:30:06Z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