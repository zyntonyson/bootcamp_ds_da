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FA0C3F-5065-475A-B5A2-27E64BE79F0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5AC892-58A9-4F36-8FB2-88B44439A4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585954-090A-4ECD-AA10-539140E244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648758-7ED8-413A-A2A8-5FB99B73446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6EE511-2860-4F35-A571-6B445D6C7B4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5A2A22-F405-48AD-9784-FAD2ED9BBC9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983255-35F1-4716-9040-407C5AA0AF2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310795-1225-4ED7-BEC4-D48E71B303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3E7DB7-6F58-40D0-B62D-C2AB3A0028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CBD599-ED6F-4CAB-B955-0E1D6FEC3E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86C400-CFDE-48DE-99DA-678A8A74EDA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CA9BB3-3D0C-41B2-8BFC-BCB1BC291D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26FA0F-78D0-4327-8EB5-16F69D47FFE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F5BD1B-AE9C-463A-8757-A48E045EB6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504D3A-1EFC-4886-AC9A-D1933013840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37C539-D6E4-44A5-B383-941129A3CB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8E1C59-D6EB-4620-8370-A802C31461A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90FA3C-7DCB-42BC-A3D0-8E24696D6F3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62FFC1-AF58-4466-9A7C-25DEC0884E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992D48-54DA-4E81-8C65-2C0971E76A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75FFB8-50CD-4943-8AF5-15B89CAE40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22F3D6-259B-4FCE-80BB-7B9FB20464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8CDF54-5CA4-4233-8644-6123A10B5E8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4BED77-26E0-4871-BCF1-F2B68AC6F3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59D89643-B00D-4263-87B2-AF218BBF588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A5841A7-70AA-4022-9369-AD0F7FA78EE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480" cy="39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F522BB-5357-43D8-9F6C-980790D5D8A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E3539D-4A92-446A-B387-7084E2733F7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240" cy="21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W03 Sprint 2 :</a:t>
            </a:r>
            <a:br>
              <a:rPr sz="6000"/>
            </a:b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Transformar datos para </a:t>
            </a:r>
            <a:r>
              <a:rPr b="0" i="1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insights</a:t>
            </a:r>
            <a:r>
              <a:rPr b="0" lang="en" sz="4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 de negocio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MX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 y ejercicios guiados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144360" y="4612680"/>
            <a:ext cx="198144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fld id="{2C3B25CE-1799-44DB-9199-BDE5B7037C88}" type="datetime5">
              <a:rPr b="0" i="1" lang="es-MX" sz="1500" strike="noStrike" u="none">
                <a:solidFill>
                  <a:srgbClr val="000000"/>
                </a:solidFill>
                <a:effectLst/>
                <a:uFillTx/>
                <a:latin typeface="Verdana"/>
                <a:ea typeface="DejaVu Sans"/>
              </a:rPr>
              <a:t>6 de oct de 2025</a:t>
            </a:fld>
            <a:endParaRPr b="0" lang="es-MX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120" cy="34722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960" cy="185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7"/>
          <p:cNvSpPr/>
          <p:nvPr/>
        </p:nvSpPr>
        <p:spPr>
          <a:xfrm>
            <a:off x="180000" y="540000"/>
            <a:ext cx="845532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288000" y="194400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2664000" y="194400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36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968000" y="194472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948000" y="194508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3472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algunos conceptos importantes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600" cy="2525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Publicaciones en Discord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235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2"/>
          <a:stretch/>
        </p:blipFill>
        <p:spPr>
          <a:xfrm>
            <a:off x="720000" y="1289160"/>
            <a:ext cx="7543440" cy="339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2457000" y="1080"/>
            <a:ext cx="4238640" cy="514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Discord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2"/>
          <a:stretch/>
        </p:blipFill>
        <p:spPr>
          <a:xfrm>
            <a:off x="3060000" y="720000"/>
            <a:ext cx="5219640" cy="402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ubTitle"/>
          </p:nvPr>
        </p:nvSpPr>
        <p:spPr>
          <a:xfrm>
            <a:off x="152280" y="1573560"/>
            <a:ext cx="8517240" cy="3538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👋 Bienvenida 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10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🧠Repaso de conceptos de interés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25 min</a:t>
            </a: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🧩Práctica guiada: 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Caso Almacén Global (60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75920" indent="-39672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✅Cierre y siguientes pasos (</a:t>
            </a:r>
            <a:r>
              <a:rPr b="0" i="1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213;p33"/>
          <p:cNvSpPr/>
          <p:nvPr/>
        </p:nvSpPr>
        <p:spPr>
          <a:xfrm>
            <a:off x="2286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Traducir necesidades de negocio a métricas claras y medibles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214;p33"/>
          <p:cNvSpPr/>
          <p:nvPr/>
        </p:nvSpPr>
        <p:spPr>
          <a:xfrm>
            <a:off x="32094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Preparar datos para análisis de negocio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215;p33"/>
          <p:cNvSpPr/>
          <p:nvPr/>
        </p:nvSpPr>
        <p:spPr>
          <a:xfrm>
            <a:off x="619056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Descubrir </a:t>
            </a:r>
            <a:r>
              <a:rPr b="0" i="1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insights</a:t>
            </a: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de interés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80000" y="57924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240" cy="2525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Veamos!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Google Shape;235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240" cy="64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2122</TotalTime>
  <Application>LibreOffice/25.8.0.4$Windows_X86_64 LibreOffice_project/48f00303701489684e67c38c28aff00cd5929e67</Application>
  <AppVersion>15.0000</AppVersion>
  <Words>1959</Words>
  <Paragraphs>195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2025-10-06T16:03:41Z</dcterms:modified>
  <cp:revision>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51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51</vt:i4>
  </property>
</Properties>
</file>