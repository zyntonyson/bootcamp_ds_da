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076AF2-8A82-43F6-984E-7BFAB08833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CDFF45-4EB0-4459-9451-8BABD4CE4B8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D23A84-A144-413D-A1A6-24B5949325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9ED7A0-A6DE-4F21-8C15-79085C7EEEC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10D357-F713-4E7E-93C3-3C8C8B0F2A5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3FBBA2-9037-4B6A-8C5F-A2DFC2E8768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87CFFE-FE25-48F8-A47C-6578B11816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AC9A774-99B7-41A9-A4B0-A3C9983D9A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29FF80-B86C-406D-A7A3-6CF953848EC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0A65C35-9F09-4E27-A902-8FE8EDD735D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888441-6A46-4BCC-A099-7D13673C747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23521AB-D7B3-438D-AE30-63F2B3F22F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6C72E5-521A-4EC8-B228-7504E21B80B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5280" cy="85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5280" cy="2979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1B0B62-3382-45F9-96C5-2274DFD3184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06BF437-FBBE-4764-A9D4-B1CA05C2D1D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087640-2FE8-45EE-AA8C-7A21B42973C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55EA26-BAD5-474F-ADAE-65E786FAACC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B4E78C-115D-4D7F-92E1-90D2AFEB57C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F16447-4801-476F-B01C-87BB63FAFC1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2978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EE3066-9AB4-4CF4-B441-5461CEA8631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6F3809-07E7-4009-89F0-8BC8A8CEDB8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492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0D6748D-F5F7-4C82-B68E-9FA9B4F32B9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14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4FC734-369B-4486-9432-2F9A10FF84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4920" cy="85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5280" cy="14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3600" cy="388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A1BF57-86C8-4140-92DF-51607EA7E4A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5083E7D2-2B11-4EA6-ADD6-658479F922F3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6D7610E-C5EC-4586-B60A-3FD559747DA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3960" cy="38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46B583A-3978-44C6-AF87-E0EB171778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3240" cy="38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4F2C56-6FC6-4BDA-87BC-FBA18207A81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5440" cy="216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12 - Sprint 6</a:t>
            </a: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Proyecto 1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1760" cy="3161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F9B57028-E283-4EA4-887C-3392E1E6DB6A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Dec 8,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3680" cy="185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6040" cy="18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6040" cy="279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6040" cy="252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604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5;p2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Picture 2" descr=""/>
          <p:cNvPicPr/>
          <p:nvPr/>
        </p:nvPicPr>
        <p:blipFill>
          <a:blip r:embed="rId2"/>
          <a:stretch/>
        </p:blipFill>
        <p:spPr>
          <a:xfrm>
            <a:off x="3558240" y="0"/>
            <a:ext cx="5190120" cy="5142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5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5800" cy="19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9400" cy="80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Recap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" descr=""/>
          <p:cNvPicPr/>
          <p:nvPr/>
        </p:nvPicPr>
        <p:blipFill>
          <a:blip r:embed="rId2"/>
          <a:stretch/>
        </p:blipFill>
        <p:spPr>
          <a:xfrm>
            <a:off x="4060800" y="0"/>
            <a:ext cx="5082840" cy="514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5080" cy="2984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Coding together: Insurance Data 📉📊🦺🛟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Limpieza de datos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Analisis estadístico de datos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1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480" cy="18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080" cy="80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213;p33"/>
          <p:cNvSpPr/>
          <p:nvPr/>
        </p:nvSpPr>
        <p:spPr>
          <a:xfrm>
            <a:off x="2286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Diseñar pruebas de hipótesis 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4;p33"/>
          <p:cNvSpPr/>
          <p:nvPr/>
        </p:nvSpPr>
        <p:spPr>
          <a:xfrm>
            <a:off x="320940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Correr pruebas de hipótesis de una y dos colas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215;p33"/>
          <p:cNvSpPr/>
          <p:nvPr/>
        </p:nvSpPr>
        <p:spPr>
          <a:xfrm>
            <a:off x="6190560" y="1952280"/>
            <a:ext cx="2719800" cy="295740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Tomar decisiones basadas en evidencias estadística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9440" cy="755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5440" cy="2523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640" cy="18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5440" cy="103716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0440" cy="64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1840" cy="189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2746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2025-12-08T18:26:58Z</dcterms:modified>
  <cp:revision>33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