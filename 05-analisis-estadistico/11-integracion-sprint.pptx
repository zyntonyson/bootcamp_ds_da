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Default Extension="fntdata" ContentType="application/x-fontdata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presentation.xml" ContentType="application/vnd.openxmlformats-officedocument.presentationml.presentation.main+xml"/>
  <Override PartName="/ppt/slideMasters/slideMaster26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_rels/slideMaster13.xml.rels" ContentType="application/vnd.openxmlformats-package.relationships+xml"/>
  <Override PartName="/ppt/slideMasters/_rels/slideMaster26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25.xml.rels" ContentType="application/vnd.openxmlformats-package.relationships+xml"/>
  <Override PartName="/ppt/slideLayouts/slideLayout23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_rels/slideLayout23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2.xml.rels" ContentType="application/vnd.openxmlformats-package.relationships+xml"/>
  <Override PartName="/ppt/presProps.xml" ContentType="application/vnd.openxmlformats-officedocument.presentationml.presPro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slide7.xml" ContentType="application/vnd.openxmlformats-officedocument.presentationml.slide+xml"/>
  <Override PartName="/ppt/_rels/presentation.xml.rels" ContentType="application/vnd.openxmlformats-package.relationships+xml"/>
  <Override PartName="/_rels/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  <p:sldMasterId id="2147483676" r:id="rId5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9144000" cy="51435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13.xml"/><Relationship Id="rId4" Type="http://schemas.openxmlformats.org/officeDocument/2006/relationships/slideMaster" Target="slideMasters/slideMaster25.xml"/><Relationship Id="rId5" Type="http://schemas.openxmlformats.org/officeDocument/2006/relationships/slideMaster" Target="slideMasters/slideMaster26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"/>
          </p:nvPr>
        </p:nvSpPr>
        <p:spPr>
          <a:xfrm>
            <a:off x="8472600" y="4663080"/>
            <a:ext cx="543600" cy="388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615E848-4521-479E-BFD0-5C770CBC0D47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5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4920" cy="854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sldNum" idx="2"/>
          </p:nvPr>
        </p:nvSpPr>
        <p:spPr>
          <a:xfrm>
            <a:off x="8472600" y="4663080"/>
            <a:ext cx="543600" cy="388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DFD8720-A468-400D-93E9-6C1BA41796A3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5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4920" cy="854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4920" cy="297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sldNum" idx="3"/>
          </p:nvPr>
        </p:nvSpPr>
        <p:spPr>
          <a:xfrm>
            <a:off x="8472600" y="4663080"/>
            <a:ext cx="543600" cy="388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8CF7F2A-1304-4FA9-8217-5600B21EF2E1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4920" cy="854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1480" cy="297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1480" cy="297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4"/>
          <p:cNvSpPr>
            <a:spLocks noGrp="1"/>
          </p:cNvSpPr>
          <p:nvPr>
            <p:ph type="sldNum" idx="4"/>
          </p:nvPr>
        </p:nvSpPr>
        <p:spPr>
          <a:xfrm>
            <a:off x="8472600" y="4663080"/>
            <a:ext cx="543600" cy="388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42474BF-BE8D-447D-96AF-8342C42F4D8F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4920" cy="854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sldNum" idx="5"/>
          </p:nvPr>
        </p:nvSpPr>
        <p:spPr>
          <a:xfrm>
            <a:off x="8472600" y="4663080"/>
            <a:ext cx="543600" cy="388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F60B45A-0111-4D38-9A29-E0B625C650B5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entered 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sldNum" idx="6"/>
          </p:nvPr>
        </p:nvSpPr>
        <p:spPr>
          <a:xfrm>
            <a:off x="8472600" y="4663080"/>
            <a:ext cx="543600" cy="388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80B9831-4E97-4FE7-81DC-24FBC7C0D842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Title, 2 Content and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4920" cy="854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1480" cy="141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1480" cy="297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1480" cy="141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5"/>
          <p:cNvSpPr>
            <a:spLocks noGrp="1"/>
          </p:cNvSpPr>
          <p:nvPr>
            <p:ph type="sldNum" idx="7"/>
          </p:nvPr>
        </p:nvSpPr>
        <p:spPr>
          <a:xfrm>
            <a:off x="8472600" y="4663080"/>
            <a:ext cx="543600" cy="388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73961C3-67A3-484B-94A0-FAF4CEF6261D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Title Content and 2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4920" cy="854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1480" cy="297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1480" cy="141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1480" cy="141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5"/>
          <p:cNvSpPr>
            <a:spLocks noGrp="1"/>
          </p:cNvSpPr>
          <p:nvPr>
            <p:ph type="sldNum" idx="8"/>
          </p:nvPr>
        </p:nvSpPr>
        <p:spPr>
          <a:xfrm>
            <a:off x="8472600" y="4663080"/>
            <a:ext cx="543600" cy="388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FCCCADF-39F9-4CA5-915C-A638B847E43D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4920" cy="854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1480" cy="141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1480" cy="141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4920" cy="141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5"/>
          <p:cNvSpPr>
            <a:spLocks noGrp="1"/>
          </p:cNvSpPr>
          <p:nvPr>
            <p:ph type="sldNum" idx="9"/>
          </p:nvPr>
        </p:nvSpPr>
        <p:spPr>
          <a:xfrm>
            <a:off x="8472600" y="4663080"/>
            <a:ext cx="543600" cy="388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94B2CCE-8437-47EA-9A00-239F43FC2F35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4920" cy="854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4920" cy="141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4920" cy="141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 type="sldNum" idx="10"/>
          </p:nvPr>
        </p:nvSpPr>
        <p:spPr>
          <a:xfrm>
            <a:off x="8472600" y="4663080"/>
            <a:ext cx="543600" cy="388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2257D3F-6FD0-4BDD-AA8A-717903429E8F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4920" cy="854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1480" cy="141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1480" cy="141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1480" cy="141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1480" cy="141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 type="sldNum" idx="11"/>
          </p:nvPr>
        </p:nvSpPr>
        <p:spPr>
          <a:xfrm>
            <a:off x="8472600" y="4663080"/>
            <a:ext cx="543600" cy="388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0D3F2AD-1345-48F3-B680-E058F47AD37F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4920" cy="854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2645280" cy="141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body"/>
          </p:nvPr>
        </p:nvSpPr>
        <p:spPr>
          <a:xfrm>
            <a:off x="3239640" y="1203480"/>
            <a:ext cx="2645280" cy="141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body"/>
          </p:nvPr>
        </p:nvSpPr>
        <p:spPr>
          <a:xfrm>
            <a:off x="6022080" y="1203480"/>
            <a:ext cx="2645280" cy="141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PlaceHolder 5"/>
          <p:cNvSpPr>
            <a:spLocks noGrp="1"/>
          </p:cNvSpPr>
          <p:nvPr>
            <p:ph type="body"/>
          </p:nvPr>
        </p:nvSpPr>
        <p:spPr>
          <a:xfrm>
            <a:off x="457200" y="2761920"/>
            <a:ext cx="2645280" cy="141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PlaceHolder 6"/>
          <p:cNvSpPr>
            <a:spLocks noGrp="1"/>
          </p:cNvSpPr>
          <p:nvPr>
            <p:ph type="body"/>
          </p:nvPr>
        </p:nvSpPr>
        <p:spPr>
          <a:xfrm>
            <a:off x="3239640" y="2761920"/>
            <a:ext cx="2645280" cy="141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PlaceHolder 7"/>
          <p:cNvSpPr>
            <a:spLocks noGrp="1"/>
          </p:cNvSpPr>
          <p:nvPr>
            <p:ph type="body"/>
          </p:nvPr>
        </p:nvSpPr>
        <p:spPr>
          <a:xfrm>
            <a:off x="6022080" y="2761920"/>
            <a:ext cx="2645280" cy="141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PlaceHolder 8"/>
          <p:cNvSpPr>
            <a:spLocks noGrp="1"/>
          </p:cNvSpPr>
          <p:nvPr>
            <p:ph type="sldNum" idx="12"/>
          </p:nvPr>
        </p:nvSpPr>
        <p:spPr>
          <a:xfrm>
            <a:off x="8472600" y="4663080"/>
            <a:ext cx="543600" cy="388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18FFD24-AAEE-4152-9ED2-5235C7AA376F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redeterminado 4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sldNum" idx="13"/>
          </p:nvPr>
        </p:nvSpPr>
        <p:spPr>
          <a:xfrm>
            <a:off x="8472600" y="4663080"/>
            <a:ext cx="543600" cy="388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2923C8B-B5A9-4715-A4B6-06443DFF082D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5280" cy="85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5280" cy="297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redeterminado 5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4920" cy="854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sldNum" idx="14"/>
          </p:nvPr>
        </p:nvSpPr>
        <p:spPr>
          <a:xfrm>
            <a:off x="8472600" y="4663080"/>
            <a:ext cx="543600" cy="388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D9786B0-2D17-4BC2-8129-6218F161CC9E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Predeterminado 6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4920" cy="854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4920" cy="297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sldNum" idx="15"/>
          </p:nvPr>
        </p:nvSpPr>
        <p:spPr>
          <a:xfrm>
            <a:off x="8472600" y="4663080"/>
            <a:ext cx="543600" cy="388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F02852B-5BDD-45BE-A64B-CAB19777A2B8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Predeterminado 7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4920" cy="854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1480" cy="297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1480" cy="297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PlaceHolder 4"/>
          <p:cNvSpPr>
            <a:spLocks noGrp="1"/>
          </p:cNvSpPr>
          <p:nvPr>
            <p:ph type="sldNum" idx="16"/>
          </p:nvPr>
        </p:nvSpPr>
        <p:spPr>
          <a:xfrm>
            <a:off x="8472600" y="4663080"/>
            <a:ext cx="543600" cy="388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10248FD-203C-484F-82E6-4E129A8295F9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redeterminado 8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4920" cy="854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sldNum" idx="17"/>
          </p:nvPr>
        </p:nvSpPr>
        <p:spPr>
          <a:xfrm>
            <a:off x="8472600" y="4663080"/>
            <a:ext cx="543600" cy="388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605CE0C-2B87-48A4-9A17-E3372E1B2444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redeterminado 9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sldNum" idx="18"/>
          </p:nvPr>
        </p:nvSpPr>
        <p:spPr>
          <a:xfrm>
            <a:off x="8472600" y="4663080"/>
            <a:ext cx="543600" cy="388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FAF1629-DD82-4CBC-BD13-9E913CFD7EC3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Predeterminado 10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4920" cy="854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1480" cy="141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1480" cy="297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1480" cy="141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PlaceHolder 5"/>
          <p:cNvSpPr>
            <a:spLocks noGrp="1"/>
          </p:cNvSpPr>
          <p:nvPr>
            <p:ph type="sldNum" idx="19"/>
          </p:nvPr>
        </p:nvSpPr>
        <p:spPr>
          <a:xfrm>
            <a:off x="8472600" y="4663080"/>
            <a:ext cx="543600" cy="388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4374DEA-30DC-4C8F-BF0D-F93950010104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Predeterminado 1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4920" cy="854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1480" cy="297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1480" cy="141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PlaceHolder 4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1480" cy="141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PlaceHolder 5"/>
          <p:cNvSpPr>
            <a:spLocks noGrp="1"/>
          </p:cNvSpPr>
          <p:nvPr>
            <p:ph type="sldNum" idx="20"/>
          </p:nvPr>
        </p:nvSpPr>
        <p:spPr>
          <a:xfrm>
            <a:off x="8472600" y="4663080"/>
            <a:ext cx="543600" cy="388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CA0C763-84E3-455D-8D9A-333748272849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Predeterminado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4920" cy="854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1480" cy="141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1480" cy="141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4920" cy="141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PlaceHolder 5"/>
          <p:cNvSpPr>
            <a:spLocks noGrp="1"/>
          </p:cNvSpPr>
          <p:nvPr>
            <p:ph type="sldNum" idx="21"/>
          </p:nvPr>
        </p:nvSpPr>
        <p:spPr>
          <a:xfrm>
            <a:off x="8472600" y="4663080"/>
            <a:ext cx="543600" cy="388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374854A-2F24-4208-83FC-8B14B520761A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Predeterminado 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4920" cy="854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4920" cy="141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PlaceHolder 3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4920" cy="141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PlaceHolder 4"/>
          <p:cNvSpPr>
            <a:spLocks noGrp="1"/>
          </p:cNvSpPr>
          <p:nvPr>
            <p:ph type="sldNum" idx="22"/>
          </p:nvPr>
        </p:nvSpPr>
        <p:spPr>
          <a:xfrm>
            <a:off x="8472600" y="4663080"/>
            <a:ext cx="543600" cy="388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2808CDC-B2FF-41B4-B73E-97A86EF88ECB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Predeterminado 2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4920" cy="854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1480" cy="141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1480" cy="141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1480" cy="141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1480" cy="141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PlaceHolder 6"/>
          <p:cNvSpPr>
            <a:spLocks noGrp="1"/>
          </p:cNvSpPr>
          <p:nvPr>
            <p:ph type="sldNum" idx="23"/>
          </p:nvPr>
        </p:nvSpPr>
        <p:spPr>
          <a:xfrm>
            <a:off x="8472600" y="4663080"/>
            <a:ext cx="543600" cy="388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7358984-3647-4F5D-89FC-329071D42A7A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redeterminado 3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4920" cy="854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2645280" cy="141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PlaceHolder 3"/>
          <p:cNvSpPr>
            <a:spLocks noGrp="1"/>
          </p:cNvSpPr>
          <p:nvPr>
            <p:ph type="body"/>
          </p:nvPr>
        </p:nvSpPr>
        <p:spPr>
          <a:xfrm>
            <a:off x="3239640" y="1203480"/>
            <a:ext cx="2645280" cy="141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PlaceHolder 4"/>
          <p:cNvSpPr>
            <a:spLocks noGrp="1"/>
          </p:cNvSpPr>
          <p:nvPr>
            <p:ph type="body"/>
          </p:nvPr>
        </p:nvSpPr>
        <p:spPr>
          <a:xfrm>
            <a:off x="6022080" y="1203480"/>
            <a:ext cx="2645280" cy="141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PlaceHolder 5"/>
          <p:cNvSpPr>
            <a:spLocks noGrp="1"/>
          </p:cNvSpPr>
          <p:nvPr>
            <p:ph type="body"/>
          </p:nvPr>
        </p:nvSpPr>
        <p:spPr>
          <a:xfrm>
            <a:off x="457200" y="2761920"/>
            <a:ext cx="2645280" cy="141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PlaceHolder 6"/>
          <p:cNvSpPr>
            <a:spLocks noGrp="1"/>
          </p:cNvSpPr>
          <p:nvPr>
            <p:ph type="body"/>
          </p:nvPr>
        </p:nvSpPr>
        <p:spPr>
          <a:xfrm>
            <a:off x="3239640" y="2761920"/>
            <a:ext cx="2645280" cy="141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PlaceHolder 7"/>
          <p:cNvSpPr>
            <a:spLocks noGrp="1"/>
          </p:cNvSpPr>
          <p:nvPr>
            <p:ph type="body"/>
          </p:nvPr>
        </p:nvSpPr>
        <p:spPr>
          <a:xfrm>
            <a:off x="6022080" y="2761920"/>
            <a:ext cx="2645280" cy="141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PlaceHolder 8"/>
          <p:cNvSpPr>
            <a:spLocks noGrp="1"/>
          </p:cNvSpPr>
          <p:nvPr>
            <p:ph type="sldNum" idx="24"/>
          </p:nvPr>
        </p:nvSpPr>
        <p:spPr>
          <a:xfrm>
            <a:off x="8472600" y="4663080"/>
            <a:ext cx="543600" cy="388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B183379-8DC3-4AEE-856B-FFE29175EFF7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5"/>
          </p:nvPr>
        </p:nvSpPr>
        <p:spPr/>
        <p:txBody>
          <a:bodyPr/>
          <a:p>
            <a:fld id="{C13D3547-ACAF-4558-B178-E4F172C2F691}" type="slidenum">
              <a:t>&lt;#&gt;</a:t>
            </a:fld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D6C338D1-E00C-414C-8258-F504A5547BDF}" type="slidenum">
              <a:t>&lt;#&gt;</a:t>
            </a:fld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_rels/slideMaster25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25.xml"/>
</Relationships>
</file>

<file path=ppt/slideMasters/_rels/slideMaster26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26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Masters/slideMaster2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sldNum" idx="25"/>
          </p:nvPr>
        </p:nvSpPr>
        <p:spPr>
          <a:xfrm>
            <a:off x="8472600" y="4663080"/>
            <a:ext cx="543960" cy="388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8E68EEC-BE64-4CCC-AE7D-068DED20C5EF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s-MX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2"/>
  </p:sldLayoutIdLst>
</p:sldMaster>
</file>

<file path=ppt/slideMasters/slideMaster2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sldNum" idx="26"/>
          </p:nvPr>
        </p:nvSpPr>
        <p:spPr>
          <a:xfrm>
            <a:off x="8472600" y="4663080"/>
            <a:ext cx="543240" cy="388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C807E6D-C992-4517-AE7F-D42B874FA4F3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s-MX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3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5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6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6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slideLayout" Target="../slideLayouts/slideLayout1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8f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64080" y="638280"/>
            <a:ext cx="8515440" cy="216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91440" anchor="t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" sz="54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Webinar 11 - Sprint 5</a:t>
            </a:r>
            <a:r>
              <a:rPr b="0" lang="en" sz="4000" strike="noStrike" u="none">
                <a:solidFill>
                  <a:srgbClr val="666666"/>
                </a:solidFill>
                <a:effectLst/>
                <a:uFillTx/>
                <a:latin typeface="Inter ExtraBold"/>
                <a:ea typeface="Inter ExtraBold"/>
              </a:rPr>
              <a:t> </a:t>
            </a:r>
            <a:br>
              <a:rPr sz="4000"/>
            </a:br>
            <a:br>
              <a:rPr sz="4000"/>
            </a:br>
            <a:r>
              <a:rPr b="0" lang="en" sz="4000" strike="noStrike" u="none">
                <a:solidFill>
                  <a:srgbClr val="666666"/>
                </a:solidFill>
                <a:effectLst/>
                <a:uFillTx/>
                <a:latin typeface="Inter ExtraBold"/>
                <a:ea typeface="Inter ExtraBold"/>
              </a:rPr>
              <a:t>Integración del Sprint</a:t>
            </a:r>
            <a:endParaRPr b="0" lang="es-MX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3" name="Google Shape;34;p14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1840" cy="189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4" name="PlaceHolder 2"/>
          <p:cNvSpPr>
            <a:spLocks noGrp="1"/>
          </p:cNvSpPr>
          <p:nvPr>
            <p:ph type="subTitle"/>
          </p:nvPr>
        </p:nvSpPr>
        <p:spPr>
          <a:xfrm>
            <a:off x="152280" y="3202200"/>
            <a:ext cx="8681760" cy="316152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fld id="{AD8F44C4-5754-4CC6-9D23-CEF042B34FBE}" type="datetime5">
              <a:rPr b="0" lang="en" sz="1200" strike="noStrike" u="none">
                <a:solidFill>
                  <a:srgbClr val="2a2a2a"/>
                </a:solidFill>
                <a:effectLst/>
                <a:uFillTx/>
                <a:latin typeface="Inter Medium"/>
                <a:ea typeface="Inter Medium"/>
              </a:rPr>
              <a:t>Dec 1, 2025</a:t>
            </a:fld>
            <a:endParaRPr b="0" lang="es-MX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65bd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240;p 1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2200" cy="189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322920" y="817560"/>
            <a:ext cx="6133680" cy="1851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sp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s-ES" sz="6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Midamos los ánimos</a:t>
            </a:r>
            <a:endParaRPr b="0" lang="es-MX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7"/>
          <p:cNvSpPr/>
          <p:nvPr/>
        </p:nvSpPr>
        <p:spPr>
          <a:xfrm>
            <a:off x="180000" y="540000"/>
            <a:ext cx="8456040" cy="180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0" lang="en" sz="32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¿Cómo llegas hoy a la sesión?</a:t>
            </a:r>
            <a:br>
              <a:rPr sz="3200"/>
            </a:br>
            <a:r>
              <a:rPr b="0" lang="en" sz="2600" strike="noStrike" u="none">
                <a:solidFill>
                  <a:srgbClr val="666666"/>
                </a:solidFill>
                <a:effectLst/>
                <a:uFillTx/>
                <a:latin typeface="Inter ExtraBold"/>
                <a:ea typeface="Inter ExtraBold"/>
              </a:rPr>
              <a:t>Reacciona en la llamada</a:t>
            </a:r>
            <a:endParaRPr b="0" lang="es-MX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endParaRPr b="0" lang="es-MX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8" name="Google Shape;49;p 4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1480" cy="189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9" name=""/>
          <p:cNvSpPr/>
          <p:nvPr/>
        </p:nvSpPr>
        <p:spPr>
          <a:xfrm>
            <a:off x="288000" y="1944000"/>
            <a:ext cx="1976040" cy="268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MX" sz="8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👏</a:t>
            </a:r>
            <a:endParaRPr b="0" lang="es-MX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Emocionado con el tema de hoy, ya lo conocía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"/>
          <p:cNvSpPr/>
          <p:nvPr/>
        </p:nvSpPr>
        <p:spPr>
          <a:xfrm>
            <a:off x="2664000" y="1944000"/>
            <a:ext cx="1976040" cy="279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MX" sz="8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👍</a:t>
            </a:r>
            <a:endParaRPr b="0" lang="es-MX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Tema nuevo para mi pero con ganas de aprender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s-MX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"/>
          <p:cNvSpPr/>
          <p:nvPr/>
        </p:nvSpPr>
        <p:spPr>
          <a:xfrm>
            <a:off x="2664000" y="1944360"/>
            <a:ext cx="1976040" cy="279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MX" sz="8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👍</a:t>
            </a:r>
            <a:endParaRPr b="0" lang="es-MX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Tema nuevo para mi pero con ganas de aprender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s-MX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"/>
          <p:cNvSpPr/>
          <p:nvPr/>
        </p:nvSpPr>
        <p:spPr>
          <a:xfrm>
            <a:off x="4968000" y="1944720"/>
            <a:ext cx="1976040" cy="252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MX" sz="8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😮</a:t>
            </a:r>
            <a:endParaRPr b="0" lang="es-MX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Tema nuevo y hoy deseo aclarar mis dudas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"/>
          <p:cNvSpPr/>
          <p:nvPr/>
        </p:nvSpPr>
        <p:spPr>
          <a:xfrm>
            <a:off x="6948000" y="1945080"/>
            <a:ext cx="1976040" cy="268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MX" sz="8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😵‍💫</a:t>
            </a:r>
            <a:endParaRPr b="0" lang="es-MX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Apenas voy comenzando el tema y es nuevo para mi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subTitle"/>
          </p:nvPr>
        </p:nvSpPr>
        <p:spPr>
          <a:xfrm>
            <a:off x="152280" y="2017800"/>
            <a:ext cx="8515080" cy="2984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>
              <a:lnSpc>
                <a:spcPct val="100000"/>
              </a:lnSpc>
            </a:pP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80880">
              <a:lnSpc>
                <a:spcPct val="100000"/>
              </a:lnSpc>
              <a:buClr>
                <a:srgbClr val="1a1a1a"/>
              </a:buClr>
              <a:buFont typeface="Inter"/>
              <a:buAutoNum type="arabicPeriod"/>
            </a:pPr>
            <a:r>
              <a:rPr b="0" lang="en" sz="24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Bienvenida (10min)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80880">
              <a:lnSpc>
                <a:spcPct val="100000"/>
              </a:lnSpc>
              <a:buClr>
                <a:srgbClr val="1a1a1a"/>
              </a:buClr>
              <a:buFont typeface="Inter"/>
              <a:buAutoNum type="arabicPeriod"/>
            </a:pPr>
            <a:r>
              <a:rPr b="0" lang="en" sz="24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Revisión del proyecto del sprint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80880">
              <a:lnSpc>
                <a:spcPct val="100000"/>
              </a:lnSpc>
              <a:buClr>
                <a:srgbClr val="1a1a1a"/>
              </a:buClr>
              <a:buFont typeface="Inter"/>
              <a:buAutoNum type="arabicPeriod"/>
            </a:pPr>
            <a:r>
              <a:rPr b="0" lang="en" sz="24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Mock-up proyecto: Megaline services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8088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1a1a1a"/>
              </a:buClr>
              <a:buFont typeface="Inter"/>
              <a:buAutoNum type="arabicPeriod"/>
            </a:pPr>
            <a:r>
              <a:rPr b="0" lang="en" sz="24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🤔  Reflexión y discusión: ¿Qué aprendimos en esta sesión? (10min)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5" name="Google Shape;49;p 3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1480" cy="189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6" name="PlaceHolder 2"/>
          <p:cNvSpPr>
            <a:spLocks noGrp="1"/>
          </p:cNvSpPr>
          <p:nvPr>
            <p:ph type="title"/>
          </p:nvPr>
        </p:nvSpPr>
        <p:spPr>
          <a:xfrm>
            <a:off x="96840" y="424800"/>
            <a:ext cx="8515080" cy="80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Agenda</a:t>
            </a:r>
            <a:endParaRPr b="0" lang="es-MX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65bd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213;p33"/>
          <p:cNvSpPr/>
          <p:nvPr/>
        </p:nvSpPr>
        <p:spPr>
          <a:xfrm>
            <a:off x="228600" y="1952280"/>
            <a:ext cx="2719800" cy="2957400"/>
          </a:xfrm>
          <a:prstGeom prst="roundRect">
            <a:avLst>
              <a:gd name="adj" fmla="val 9118"/>
            </a:avLst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2880" rIns="182880" tIns="91440" bIns="274320" anchor="b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E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Diagnosticar la calidad de datos y realizar la acciones correctivas necesarias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Google Shape;214;p33"/>
          <p:cNvSpPr/>
          <p:nvPr/>
        </p:nvSpPr>
        <p:spPr>
          <a:xfrm>
            <a:off x="3209400" y="1952280"/>
            <a:ext cx="2719800" cy="2957400"/>
          </a:xfrm>
          <a:prstGeom prst="roundRect">
            <a:avLst>
              <a:gd name="adj" fmla="val 9118"/>
            </a:avLst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2880" rIns="182880" tIns="91440" bIns="274320" anchor="b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E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Realiza pruebas estadísticas sobre los datos 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Google Shape;215;p33"/>
          <p:cNvSpPr/>
          <p:nvPr/>
        </p:nvSpPr>
        <p:spPr>
          <a:xfrm>
            <a:off x="6190560" y="1952280"/>
            <a:ext cx="2719800" cy="2957400"/>
          </a:xfrm>
          <a:prstGeom prst="roundRect">
            <a:avLst>
              <a:gd name="adj" fmla="val 9118"/>
            </a:avLst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2880" rIns="182880" tIns="91440" bIns="274320" anchor="b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CO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Tomar decisiones basadas en evidencias estadística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0" name="Google Shape;216;p33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1840" cy="189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1" name="PlaceHolder 1"/>
          <p:cNvSpPr>
            <a:spLocks noGrp="1"/>
          </p:cNvSpPr>
          <p:nvPr>
            <p:ph type="title"/>
          </p:nvPr>
        </p:nvSpPr>
        <p:spPr>
          <a:xfrm>
            <a:off x="96840" y="424800"/>
            <a:ext cx="8515440" cy="103716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Objetivo</a:t>
            </a:r>
            <a:endParaRPr b="0" lang="es-MX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2" name="Google Shape;218;p33" descr=""/>
          <p:cNvPicPr/>
          <p:nvPr/>
        </p:nvPicPr>
        <p:blipFill>
          <a:blip r:embed="rId2"/>
          <a:stretch/>
        </p:blipFill>
        <p:spPr>
          <a:xfrm>
            <a:off x="424800" y="2191320"/>
            <a:ext cx="469440" cy="755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3" name="Google Shape;219;p33" descr=""/>
          <p:cNvPicPr/>
          <p:nvPr/>
        </p:nvPicPr>
        <p:blipFill>
          <a:blip r:embed="rId3"/>
          <a:stretch/>
        </p:blipFill>
        <p:spPr>
          <a:xfrm>
            <a:off x="3468960" y="2191320"/>
            <a:ext cx="469440" cy="755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4" name="Google Shape;220;p33" descr=""/>
          <p:cNvPicPr/>
          <p:nvPr/>
        </p:nvPicPr>
        <p:blipFill>
          <a:blip r:embed="rId4"/>
          <a:stretch/>
        </p:blipFill>
        <p:spPr>
          <a:xfrm>
            <a:off x="6407280" y="2191320"/>
            <a:ext cx="469440" cy="755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laceHolder 1"/>
          <p:cNvSpPr>
            <a:spLocks noGrp="1"/>
          </p:cNvSpPr>
          <p:nvPr>
            <p:ph type="title"/>
          </p:nvPr>
        </p:nvSpPr>
        <p:spPr>
          <a:xfrm>
            <a:off x="96840" y="2386440"/>
            <a:ext cx="8515440" cy="252324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b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" sz="4800" strike="noStrike" u="none">
                <a:solidFill>
                  <a:srgbClr val="f2f1ee"/>
                </a:solidFill>
                <a:effectLst/>
                <a:uFillTx/>
                <a:latin typeface="Inter ExtraBold"/>
                <a:ea typeface="Inter ExtraBold"/>
              </a:rPr>
              <a:t>Vamos al código!</a:t>
            </a:r>
            <a:endParaRPr b="0" lang="es-MX" sz="4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26" name="Google Shape;235;p35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3640" cy="1868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8f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PlaceHolder 1"/>
          <p:cNvSpPr>
            <a:spLocks noGrp="1"/>
          </p:cNvSpPr>
          <p:nvPr>
            <p:ph type="title"/>
          </p:nvPr>
        </p:nvSpPr>
        <p:spPr>
          <a:xfrm>
            <a:off x="311760" y="1914120"/>
            <a:ext cx="8515440" cy="103716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48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Thanks      for coming!</a:t>
            </a:r>
            <a:endParaRPr b="0" lang="es-MX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8" name="Google Shape;270;p39" descr=""/>
          <p:cNvPicPr/>
          <p:nvPr/>
        </p:nvPicPr>
        <p:blipFill>
          <a:blip r:embed="rId1"/>
          <a:stretch/>
        </p:blipFill>
        <p:spPr>
          <a:xfrm>
            <a:off x="3642120" y="2053080"/>
            <a:ext cx="640440" cy="640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9" name="Google Shape;271;p39" descr=""/>
          <p:cNvPicPr/>
          <p:nvPr/>
        </p:nvPicPr>
        <p:blipFill>
          <a:blip r:embed="rId2"/>
          <a:stretch/>
        </p:blipFill>
        <p:spPr>
          <a:xfrm>
            <a:off x="4138560" y="228600"/>
            <a:ext cx="861840" cy="1893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2745</TotalTime>
  <Application>LibreOffice/25.8.3.2$Windows_X86_64 LibreOffice_project/8ca8d55c161d602844f5428fa4b58097424e324e</Application>
  <AppVersion>15.0000</AppVersion>
  <Words>1731</Words>
  <Paragraphs>193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es-MX</dc:language>
  <cp:lastModifiedBy/>
  <dcterms:modified xsi:type="dcterms:W3CDTF">2025-12-01T19:26:53Z</dcterms:modified>
  <cp:revision>33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HiddenSlides">
    <vt:i4>36</vt:i4>
  </property>
  <property fmtid="{D5CDD505-2E9C-101B-9397-08002B2CF9AE}" pid="3" name="Notes">
    <vt:i4>50</vt:i4>
  </property>
  <property fmtid="{D5CDD505-2E9C-101B-9397-08002B2CF9AE}" pid="4" name="PresentationFormat">
    <vt:lpwstr>Presentación en pantalla (16:9)</vt:lpwstr>
  </property>
  <property fmtid="{D5CDD505-2E9C-101B-9397-08002B2CF9AE}" pid="5" name="Slides">
    <vt:i4>50</vt:i4>
  </property>
</Properties>
</file>