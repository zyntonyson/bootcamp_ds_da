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70D5D7-B9F3-406C-9611-200844A637D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5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5FBCC5-CE97-4FA9-9642-72DD0691E20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5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0E70E0-F4E7-4064-9016-3B9F75847A7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FD1DFC-D816-4DC9-90A0-FE9838EC145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11CF29-AB15-4526-8619-72C65D58AB4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801CA3-AAF4-4FB0-8475-DA4AFE37078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F58F78-E017-411F-8BF5-0F85C55496B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9BFFFE-185A-4C27-BAEE-0742488D95D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3BE72C-24F3-49BE-9E12-666AFCF61CF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09DC55-3724-4DCA-ABA2-46468554840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64924F-2FFA-49A8-9B90-18605EC3546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291EFB-9BAB-45DF-9ADB-404CFF35B01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94FE44-E698-4444-8971-72476172DAE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488E17-589C-4CD3-A39B-F998FA25231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FA2C0A-F868-4DFB-B9B9-1A86B501619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005DA8-1AC0-4F69-AFDA-7D74A69AC9A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E2189A-5DCB-4ED6-90A9-7434EC45024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11DBF9-E776-4788-A755-F7C7669F91C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2D9EAB-3430-43D6-BB84-EB35A127249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13A75E-6F5A-4FB2-9FD1-ECFB6A2760D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A2ACB2-48FA-4F10-BC6B-E9F47F2EEED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95C0C2-65DA-4BCD-8EFC-B866754A24B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0E1F7B-771A-4A06-91D3-01CC311376C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B4865B-90ED-465E-B084-EDF03602CFC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E77CE31C-487B-419F-8EBB-A1F63CCC8997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0121A7A-D2D1-4AFC-9003-AB6DD6801B7E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BF30EE-646E-4903-8BF8-2D00C1DFC6D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986AB7-BD66-4DEB-BECC-54B98C07887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440" cy="216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11 - Sprint 5</a:t>
            </a: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br>
              <a:rPr sz="4000"/>
            </a:br>
            <a:br>
              <a:rPr sz="40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Integración del Sprint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1760" cy="3161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94C5AF41-9A08-4687-B85F-1C08E4D8AE71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Dec 1,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3680" cy="185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6040" cy="180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480" cy="18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60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6040" cy="279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6040" cy="279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6040" cy="25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60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5080" cy="298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del proyecto del sprint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Mock-up proyecto: Megaline services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480" cy="18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080" cy="80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Diagnosticar la calidad de datos y realizar la acciones correctivas necesarias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Realiza pruebas estadísticas sobre los datos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Tomar decisiones basadas en evidencias estadística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440" cy="2523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640" cy="186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440" cy="64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2745</TotalTime>
  <Application>LibreOffice/25.8.3.2$Windows_X86_64 LibreOffice_project/8ca8d55c161d602844f5428fa4b58097424e324e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2025-12-01T19:26:53Z</dcterms:modified>
  <cp:revision>33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