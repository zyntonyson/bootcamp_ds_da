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10F4EBD-0436-48D7-A6E1-5FEDDFA27D7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51C5B3-4A66-4BB6-B39A-4EE375AC820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1496E3-A64D-45EE-B03D-158B927115B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7255E7-F383-43F2-A7C1-3D9F4B05EFD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17CE76-83D7-47F5-B5A3-7093CF890F6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5B917F7-2B91-4D40-A30A-062E320BA5F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0692B3-2BB5-4AE6-B3CA-ABA298F3137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7ECB36-3AB1-4CB3-900A-402471F310A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850A42D-018B-4CC4-BF80-C7FA109F70B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CB3B37-F45B-4907-918A-E259F8615C5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5C5C90-773E-4037-B394-5256FF393CF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D478DE-698E-47E2-B379-4FA93E82493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AE9598-5E64-4839-A3DC-32B5593BC19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0812EF-1B38-4283-9DFF-9F2FE8B17E0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3E04AC-4945-47D4-99DC-CFFF1CADD00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96118F-0D30-446C-AE59-AD771FCF385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3DB40B-0001-4C9B-99F3-8345B2C08D6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B654A5-62F4-4FF8-BF4B-364FB017F97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61D10D-8098-47F3-A760-C8F7B07566B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C0A94D-2F2B-45E5-AFF9-632F876C38F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0C2E47-F8D7-46F9-8D21-1237A822A0E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1E1C1E-890F-471F-AB19-A03BB31C082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DA8B4B-78C3-4A27-A469-BAD8273E643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0215D0-EF1F-4D5D-A74D-701AD2E30C2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8CDB0224-C4C4-4170-9389-08CFAE643390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CF4E9CB-C6F1-4770-987C-48EE506E2290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36100D-0D44-4D82-8DD9-51944376743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BEEA03-E7BC-41EF-8E13-9005C221C3B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6160" cy="216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11 - Sprint 5</a:t>
            </a: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br>
              <a:rPr sz="4000"/>
            </a:br>
            <a:br>
              <a:rPr sz="40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Pruebas de hipotesis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2480" cy="3162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22684BC7-E294-4AAE-9633-3D76BF799A8D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Sep 15,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4400" cy="185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676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67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6760" cy="279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6760" cy="279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6760" cy="25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67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4040" cy="2648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sabemos previamente?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6"/>
          <p:cNvSpPr/>
          <p:nvPr/>
        </p:nvSpPr>
        <p:spPr>
          <a:xfrm>
            <a:off x="540000" y="966960"/>
            <a:ext cx="8276760" cy="21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26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Alguien te dice: “He ido dos veces a ese restaurante y siempre estuvo vacío, seguro es malo”. ¿Es evidencia suficiente? 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Google Shape;4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Google Shape;482;p50" descr=""/>
          <p:cNvPicPr/>
          <p:nvPr/>
        </p:nvPicPr>
        <p:blipFill>
          <a:blip r:embed="rId2"/>
          <a:stretch/>
        </p:blipFill>
        <p:spPr>
          <a:xfrm>
            <a:off x="7183440" y="2352240"/>
            <a:ext cx="1382760" cy="229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5800" cy="298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Pruebas de hipotesis 🛠️  (90 min) 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Elementos de una prueba de hipótesis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Resolución de pruebas de hipótesis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800" cy="80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213;p33"/>
          <p:cNvSpPr/>
          <p:nvPr/>
        </p:nvSpPr>
        <p:spPr>
          <a:xfrm>
            <a:off x="22860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Diseñar pruebas de hipótesis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4;p33"/>
          <p:cNvSpPr/>
          <p:nvPr/>
        </p:nvSpPr>
        <p:spPr>
          <a:xfrm>
            <a:off x="320940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Correr pruebas de hipótesis de una y dos colas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5;p33"/>
          <p:cNvSpPr/>
          <p:nvPr/>
        </p:nvSpPr>
        <p:spPr>
          <a:xfrm>
            <a:off x="619056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Tomar decisiones basadas en evidencias estadística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160" cy="1037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6160" cy="2523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87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6160" cy="1037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1160" cy="64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2742</TotalTime>
  <Application>LibreOffice/25.8.0.4$Windows_X86_64 LibreOffice_project/48f00303701489684e67c38c28aff00cd5929e67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2025-09-12T20:58:37Z</dcterms:modified>
  <cp:revision>32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