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054CEC-2D9D-46AA-8DDD-6E1C7DCB3CC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64C110-9156-437C-A1C3-BE461B1F11C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8E7A04-18CE-4631-AAD5-93C300119F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51D9F8-2A3D-4276-993D-1E4404B3F42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8151C2-2669-4025-B694-0BDE1F093F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D1CABB-AAB7-4E56-AD10-DD2527426BF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ECE23A-4E75-49DF-94F5-94667508724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CDAEDD-E450-4021-83BD-46734DE5E2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78B93B-8EF9-4099-9C1C-8A0630BF1E7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F09025-1B27-4EA3-A1F8-516CFCB856C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2C35C1-6D7D-47F5-B1C9-9103D6DCA3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A6AC23-0C17-44F7-AC62-8D8E7A1EC4D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7584E4-17FE-4B29-B3C7-7626826B38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D8DDB2-D621-4DB0-9F9A-CA60B9EF19A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B625B7-0783-46CB-9F44-F6520E353DB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830C68-2C8B-4EEE-8302-427B5C5329A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A2E9B2-80CE-4D27-BAD1-662A1CBDE48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F86421-DEB1-40C0-BD70-FB383656B6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2994BF-9BDC-423C-89F8-D1996186A2F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33BFAF-C435-484C-A0E2-D9BC5B37E00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007797-00C0-4C29-A8EF-02F44A507B4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C869B6-342D-4BE0-A4B1-2AA7658BF9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76D13A-9EE1-4F9B-A2A6-57457B021D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8C9978-23AD-4BE6-ABC0-0B09FC8572B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EB6BB458-2675-4EAA-8A7D-C0BB6B8A6F8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7EB2155-A700-4D7A-8325-03BB120D3EB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26BE94-4B38-464D-8EB0-C28D40F81CF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583056-E763-4392-85F4-28BAAA4B501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800" cy="21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11 - Sprint 5</a:t>
            </a: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Pruebas de hipotesis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120" cy="3161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E26752AA-51C9-4677-9461-CA0F764966AD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Nov 25,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185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40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4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400" cy="27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400" cy="27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400" cy="25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4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2647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6"/>
          <p:cNvSpPr/>
          <p:nvPr/>
        </p:nvSpPr>
        <p:spPr>
          <a:xfrm>
            <a:off x="540000" y="966960"/>
            <a:ext cx="8276400" cy="21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26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Alguien te dice: “He ido dos veces a ese restaurante y siempre estuvo vacío, seguro es malo”. ¿Es evidencia suficiente?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482;p50" descr=""/>
          <p:cNvPicPr/>
          <p:nvPr/>
        </p:nvPicPr>
        <p:blipFill>
          <a:blip r:embed="rId2"/>
          <a:stretch/>
        </p:blipFill>
        <p:spPr>
          <a:xfrm>
            <a:off x="7183440" y="2352240"/>
            <a:ext cx="1382400" cy="229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440" cy="29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Pruebas de hipotesis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Elementos de una prueba de hipótesis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Resolución de pruebas de hipótesis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80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Diseñar pruebas de hipótesis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Correr pruebas de hipótesis de una y dos colas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Tomar decisiones basadas en evidencias estadística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800" cy="2523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8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800" cy="64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2742</TotalTime>
  <Application>LibreOffice/25.8.2.2$Windows_X86_64 LibreOffice_project/d401f2107ccab8f924a8e2df40f573aab7605b6f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2025-09-12T20:58:37Z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