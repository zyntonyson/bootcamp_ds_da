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1F62F2E-2EA2-4BFE-A7AF-2E72D7DBF60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515607B-8AC9-4FED-A9C1-6A4F6243D10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9C5D112-5785-4148-A074-ADDB5EF455D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6481DC-8B20-44A0-A9F3-E6CAE76CDE0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906F6A-F7ED-483B-9089-36A2144B24F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CB7B3C-0B8D-4066-B912-D1F6DFE7B7C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B6C5BEE-9F42-4DA5-863E-2CD124F0017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2B8627-BCE3-4E5A-A0AF-8F7E66F0E0E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423AF3F-4C55-4E22-B2D1-6BBD122776F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484155-C22C-4926-A8B0-13D6566E5DC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FBFD1FF-A10D-41AF-8B25-1239F65F1A5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8C9536-2859-4BA0-BFF3-F0AD8CBE1C9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67BC995-929B-473D-9A05-383EABB6774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B0B3E39-150F-4DAD-9B16-9CB92166FDD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DD4D8E4-815B-499E-8216-51A9796FEA1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7C999A0-9FC5-477F-99C0-93EA195CC2D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C472C42-112B-418F-968D-DA53EA0F79D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0C640F3-8B45-472D-B078-2B6A41A1A7A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93EFF60-7BFB-4AF5-87F2-24E6EFB3624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8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4437D6E-B08F-48F8-8094-DBE989133DC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D118C4-48B8-4477-BBF5-06437FEFEB9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720" cy="85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720" cy="298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E24F40A-0534-4AB6-8220-BA74CC17B1B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6A9C92B-50D5-4D37-9634-F59DA618DA3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C383470-8983-45E6-B5F5-43E31EA4A10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6EC47812-DD1A-4B54-89A7-D11EC89DF299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749E7FB-60F3-44A9-B29D-B8B4E553F0CD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5400" cy="3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A3BE18C-C853-4655-908D-6AF3CD2CECB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C7E372E-A28D-4273-9BEC-53EC56E779F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2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6880" cy="216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5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9 - Sprint 5</a:t>
            </a:r>
            <a:r>
              <a:rPr b="0" lang="en" sz="40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 </a:t>
            </a:r>
            <a:br>
              <a:rPr sz="4000"/>
            </a:br>
            <a:br>
              <a:rPr sz="4000"/>
            </a:br>
            <a:r>
              <a:rPr b="0" lang="en" sz="40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Análisis estadístico de datos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280" cy="19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3200" cy="31629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5E254ADB-2E23-4A9A-ABBA-08BB21497D98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Sep 7,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640" cy="19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5120" cy="184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7480" cy="180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920" cy="1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74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7480" cy="279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7480" cy="279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7480" cy="25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74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280" cy="19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4760" cy="2648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¿Que sabemos previamente?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6"/>
          <p:cNvSpPr/>
          <p:nvPr/>
        </p:nvSpPr>
        <p:spPr>
          <a:xfrm>
            <a:off x="540000" y="966960"/>
            <a:ext cx="8277480" cy="250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26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Un restaurante recibe reseñas: la mayoría son de 4 o 5 estrellas, pero aparece una sola reseña de 1 estrella diciendo “¡Encontré un tornillo en mi sopa!”  ¿Qué pensarías de esa opinión?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Google Shape;49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920" cy="19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8" name="Google Shape;482;p50" descr=""/>
          <p:cNvPicPr/>
          <p:nvPr/>
        </p:nvPicPr>
        <p:blipFill>
          <a:blip r:embed="rId2"/>
          <a:stretch/>
        </p:blipFill>
        <p:spPr>
          <a:xfrm>
            <a:off x="7183440" y="2352240"/>
            <a:ext cx="1383480" cy="2299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ubTitle"/>
          </p:nvPr>
        </p:nvSpPr>
        <p:spPr>
          <a:xfrm>
            <a:off x="152280" y="2017800"/>
            <a:ext cx="8516520" cy="298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Análisis estádistico de datos 🛠️  (90 min) 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Estadística descriptiva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Tratamiento de datos atípicos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49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920" cy="1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6520" cy="80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213;p33"/>
          <p:cNvSpPr/>
          <p:nvPr/>
        </p:nvSpPr>
        <p:spPr>
          <a:xfrm>
            <a:off x="228600" y="1952280"/>
            <a:ext cx="2721240" cy="29588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Usar estadística descriptiva para enriquecer nuestro análisis de datos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214;p33"/>
          <p:cNvSpPr/>
          <p:nvPr/>
        </p:nvSpPr>
        <p:spPr>
          <a:xfrm>
            <a:off x="3209400" y="1952280"/>
            <a:ext cx="2721240" cy="29588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Usar métodos gráficos para enriquecer nuestro entendimiento de los datos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215;p33"/>
          <p:cNvSpPr/>
          <p:nvPr/>
        </p:nvSpPr>
        <p:spPr>
          <a:xfrm>
            <a:off x="6190560" y="1952280"/>
            <a:ext cx="2721240" cy="29588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Identificar y manejar datos atípicos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280" cy="19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6880" cy="1038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0880" cy="75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0880" cy="75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0880" cy="75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6880" cy="2524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1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88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6880" cy="1038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1880" cy="641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3280" cy="190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2731</TotalTime>
  <Application>LibreOffice/25.8.0.4$Windows_X86_64 LibreOffice_project/48f00303701489684e67c38c28aff00cd5929e67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2025-09-06T00:48:23Z</dcterms:modified>
  <cp:revision>31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