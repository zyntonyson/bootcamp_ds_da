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20964B-FD58-4175-B601-177D3E5BAA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3CBF3B-DE03-4C2F-8E90-6AD6C9E703D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92BCA3-1407-4DAF-9F0D-C58FFD9B96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855DC3-DC7F-4331-A64B-93DC54C4627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4212BE-156A-4BFD-AECC-AE8DB8C3292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934B7F-E86A-41EC-8A5E-DDDC053F50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9947CF-CDF1-46B0-8777-9C1C7CB5EE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2A2C04-1EBC-4582-974A-E823F18E542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D40856-CCC1-4E18-B413-A80F82236F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680D2A-EE5D-4FF8-A3BA-06F551ACA44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BAD777-9F99-4D20-9797-32AFB2E58CD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68153E-D29E-4130-8777-A0D018129D1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25CBF4-F0C3-4E50-A4F3-5302B2508E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C27C22-C8B3-401C-99C6-CABFEB6F593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7FFF02-6582-43E8-8C1A-BBA51FE78E0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1E6F2D-B184-46BD-B665-E15A82FABF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61B362-3ADE-45A8-BAAF-AC986001BE2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7A99A4-18AE-425C-98FF-398D5405009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252772-FFFC-417A-A06A-71548F953A6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645007-98E5-4C33-A804-ED10A9550E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50F68C-2335-417B-AC24-9A70BD739BD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1ED1D4-343B-4615-A1FF-FF276BAF9B4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811893-1890-42D5-94D7-CE17FB392D8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1FA08D-486C-4B36-90DC-F19FBBFEF8F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B104B4E-EACC-428E-A113-F997C52EC2C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DEB45FB-119B-4CAC-A31E-40919479B79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7DCBF3-F47A-426E-B41A-CD9B8EFF37A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B72820-6C67-4F67-9C95-86D196FC65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240" cy="21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9 - Sprint 5</a:t>
            </a: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estadístico de datos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3560" cy="3163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DC60E4E9-6233-4344-9887-A490FEA07DB3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6,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184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8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8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840" cy="27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7840" cy="279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7840" cy="252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7840" cy="26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120" cy="2649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sabemos previamente?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6"/>
          <p:cNvSpPr/>
          <p:nvPr/>
        </p:nvSpPr>
        <p:spPr>
          <a:xfrm>
            <a:off x="540000" y="966960"/>
            <a:ext cx="8277840" cy="250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26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Un restaurante recibe reseñas: la mayoría son de 4 o 5 estrellas, pero aparece una sola reseña de 1 estrella diciendo “¡Encontré un tornillo en mi sopa!”  ¿Qué pensarías de esa opinión?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482;p50" descr=""/>
          <p:cNvPicPr/>
          <p:nvPr/>
        </p:nvPicPr>
        <p:blipFill>
          <a:blip r:embed="rId2"/>
          <a:stretch/>
        </p:blipFill>
        <p:spPr>
          <a:xfrm>
            <a:off x="7183440" y="2352240"/>
            <a:ext cx="1383840" cy="229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6880" cy="298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Análisis estádistico de datos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Estadística descriptiva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Tratamiento de datos atípicos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880" cy="80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Usar estadística descriptiva para enriquecer nuestro análisis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Usar métodos gráficos para enriquecer nuestro entendimiento de los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Identificar y manejar datos atípicos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240" cy="2525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240" cy="64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2731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2025-09-06T00:48:23Z</dcterms:modified>
  <cp:revision>31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