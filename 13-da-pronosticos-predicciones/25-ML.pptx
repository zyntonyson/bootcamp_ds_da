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D768EB0-8191-4C0B-B191-149F9985FC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FBCDA7-B61F-4C20-80B8-944697CAAA2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4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50FAA4-99B1-45A3-A5BE-0E2C4FF779E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E3F962-B3A5-4CD9-A0E5-3069BEC769F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58FCCB-05FA-4FC3-9B0C-4D8D9CC4418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41B69E-DC55-4916-95C7-CFD33E75F4A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A02496-2EFB-4E44-97A5-1146CB46BF8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EF3FE8-4C4E-4ABA-94FB-41ABE743A71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3C16B1-59B6-423F-AB30-D56E8DC7F37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C5F1B4-9665-466D-A3BC-47180CE0DB0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0F2C97-5E8B-4273-A05D-549596BF0A2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1ABFE1-B9E7-4D95-ABD8-339149D0BB7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05B785-9108-42B7-B2D4-7AF1192517A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829E59-5192-4F3B-A67F-387B47010DC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7E45A0C-D41E-4892-9725-7B89AE765E1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5C7598-0B2D-42CD-9FC1-C716FD7F8A89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9DA91B-2D21-4227-9361-EB209E2E2B4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852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C16BE9-116E-497F-93DD-D923E2BEC32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0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BBC9DD-925F-472C-AFAE-B58FC1F10AE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8880" cy="142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8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AD8B9A-1B22-4D46-B3CF-FD2C6A87181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C5C44E7-1A3C-4761-B324-6E362535A29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76EA749-0E13-461B-A03F-C2E68418A07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52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7945D73-4CC0-433D-BEB0-4EC278FBABD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520" cy="85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080" cy="298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3E57BD2-BD69-47C5-B09C-BD910ADC844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48C374C5-0BF1-4814-AE7F-98579FF328B8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108725A-F6CD-4137-BA4D-D8BF16BF24A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EA1EAE-07A5-48EC-893E-C104E6F26F5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0DA546E-DDE2-4B26-8DAF-4223EBEDB85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9040" cy="216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25 - Sprint 13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br>
              <a:rPr sz="2000"/>
            </a:br>
            <a:r>
              <a:rPr b="0" lang="es-CO" sz="20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Pronósticos y predicciones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5360" cy="3165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7C62E46E-ACFF-4E7D-9E81-604E6A546174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Oct 15,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680" cy="185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604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604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604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🎉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277920" y="1322280"/>
            <a:ext cx="8519040" cy="35370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Inter"/>
              </a:rPr>
              <a:t>⭐ Por qué Machine Learning importa: aplicaciones en el mundo real y relevancia en negocios y ciencia de datos (10 min)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Inter"/>
              </a:rPr>
              <a:t>Ejemplo práctico (60 min)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Inter"/>
              </a:rPr>
              <a:t>• 🌸 Aprendizaje no supervisado: clustering con dataset Iris (30 min)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Inter"/>
              </a:rPr>
              <a:t>• 🌲 Aprendizaje supervisado: clasificación con dataset Breast Cancer (30 min)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Inter"/>
              </a:rPr>
              <a:t>🤔 Reflexión y discusión: aprendizajes clave y aplicaciones al mundo real (10 min)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Qué es el machine learning y su importancia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Cómo aplicar el aprendizaje no supervisado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23400" cy="29610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Como aplicar el aprendizaje supervisado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3040" cy="759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9040" cy="2526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!Vayamos a la práctica!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724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9040" cy="10407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4040" cy="643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5440" cy="19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1581</TotalTime>
  <Application>LibreOffice/25.8.0.4$Windows_X86_64 LibreOffice_project/48f00303701489684e67c38c28aff00cd5929e67</Application>
  <AppVersion>15.0000</AppVersion>
  <Words>1567</Words>
  <Paragraphs>165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2025-10-15T19:51:55Z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35</vt:i4>
  </property>
  <property fmtid="{D5CDD505-2E9C-101B-9397-08002B2CF9AE}" pid="3" name="Notes">
    <vt:i4>46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46</vt:i4>
  </property>
</Properties>
</file>