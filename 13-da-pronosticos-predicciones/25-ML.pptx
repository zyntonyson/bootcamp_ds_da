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16DCDF-F142-4410-82AF-FFF2B70B3A7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4D4CF9-D293-4C32-8D49-145E062DAAD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425247-BF4D-4A46-91DA-4B3341E5F12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A5F5139-F8B6-4407-BA54-18DED55C094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3E1834-58BB-416D-BF0F-CD5E9DB8A51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9986BA-A9E4-4E9C-8E26-8EB166D990E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D4BA39-1D5B-41A4-9244-9DE7349C724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0DAA40-D86C-435A-A527-5E8AF11014C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B14ABC-779D-4D79-9C44-366A6DAAC65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B7A657-58F8-4360-A3A6-F80AF1024D0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A595B0-EBD9-4F50-A57B-80B78286A6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F26AF7-FD71-45DF-9992-0724BAB6E62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CBD510-4E50-4CD6-89D3-25FF3BF1D5F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28E74D7-4723-4302-BE1F-D22066F1085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C7BA15-0E0A-492E-B37B-55A461ABE33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24063C-0AEC-473B-8C0E-DACA05B223D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A8FB45-F0FA-4C1C-B7C5-5F6A42A2872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19E964-B19F-46B5-A74C-1F8C0929D8F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CAE437-9473-43DE-8570-CA962171CF7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5A7A38-4D3E-47CD-97C8-700F0089487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AB3A97-7D43-4E3F-BD32-A5602045D5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ECC8F7-A5E4-44D9-819F-E02A0C52DF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0AAD2F-FE23-4040-B6C7-603AED0CFDF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CE4738-B06D-450D-9AE0-127D6951FA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9400" cy="216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25 - Sprint 13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br>
              <a:rPr sz="2000"/>
            </a:b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Pronósticos y predicciones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5720" cy="3165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951E618B-F7B4-4A74-BF7D-485FD0B16F73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Aug 21,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ubTitle"/>
          </p:nvPr>
        </p:nvSpPr>
        <p:spPr>
          <a:xfrm>
            <a:off x="277920" y="1322280"/>
            <a:ext cx="8519400" cy="35373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Inter"/>
              </a:rPr>
              <a:t>⭐ Por qué Machine Learning importa: aplicaciones en el mundo real y relevancia en negocios y ciencia de datos (10 min)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Inter"/>
              </a:rPr>
              <a:t>Ejemplo práctico (60 min)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Inter"/>
              </a:rPr>
              <a:t>• 🌸 Aprendizaje no supervisado: clustering con dataset Iris (30 min)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Inter"/>
              </a:rPr>
              <a:t>• 🌲 Aprendizaje supervisado: clasificación con dataset Breast Cancer (30 min)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Inter"/>
              </a:rPr>
              <a:t>🤔 Reflexión y discusión: aprendizajes clave y aplicaciones al mundo real (10 min)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04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213;p33"/>
          <p:cNvSpPr/>
          <p:nvPr/>
        </p:nvSpPr>
        <p:spPr>
          <a:xfrm>
            <a:off x="2286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Qué es el machine learning y su importancia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214;p33"/>
          <p:cNvSpPr/>
          <p:nvPr/>
        </p:nvSpPr>
        <p:spPr>
          <a:xfrm>
            <a:off x="32094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Cómo aplicar el aprendizaje no supervisado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215;p33"/>
          <p:cNvSpPr/>
          <p:nvPr/>
        </p:nvSpPr>
        <p:spPr>
          <a:xfrm>
            <a:off x="619056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aplicar el aprendizaje supervisado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04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9400" cy="25272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!Vayamos a la práctica!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7600" cy="19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9400" cy="104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4400" cy="64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1463</TotalTime>
  <Application>LibreOffice/25.8.0.4$Windows_X86_64 LibreOffice_project/48f00303701489684e67c38c28aff00cd5929e67</Application>
  <AppVersion>15.0000</AppVersion>
  <Words>1567</Words>
  <Paragraphs>165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2025-08-21T17:13:31Z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46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46</vt:i4>
  </property>
</Properties>
</file>