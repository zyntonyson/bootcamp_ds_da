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10D2809-E7C4-416F-A1E2-474C09A839B1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BFEF70B-AFB0-4287-8F83-9EC247127F2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734E8FF-D87E-4410-AE94-F4AAA0CDE51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5CD9AB8-18F4-4227-AD72-B6229F97D63E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31DD733-ABE3-40A7-A385-C177439B7C9A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CA2D4C5-69D9-413B-B81E-29BD42BEA1AD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4AB83DF-D042-4028-8B75-BA2D73535369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157289F-E6D2-4346-9C9E-4F848EDBAB7E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C2EE1BA-CC1C-4DBA-96D9-3EB3DAC39E59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CEC0D97-764B-473B-B586-1179949E231F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5DDBB0-6709-4B50-919A-5CCD46DB5D07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3CC75E2-30D4-41C6-BB02-0EF7746E7E58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4BA771-516E-489B-9EDC-34FC58B1B3DF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5400E3-649F-4D80-805B-E30B21895353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F38E8D-AEFD-4932-B5D4-B4FEFAB20CC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368A18-8CE7-4173-A018-3F9353D8A7FF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029EAE-E971-4163-BE8B-722052252301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0CB559-28C1-4492-AE06-DB828CFE0DDE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B4304-8E44-487C-A5C0-5771688071B2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E3E7AD-C0AD-49FD-B67A-8C246B26DB39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23CAA6-5E70-48BA-8EAE-651868B66169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F5E2B-92EC-40D7-A7C3-A353913454C1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9B6FC1-C303-40A1-947E-15DE350F052E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399B0E-3305-4F72-8FEA-7168FD93BF9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1C83D2-4ABD-429E-A1A3-6CE3455E3DB3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14720" indent="-31104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  <a:p>
            <a:pPr lvl="1" marL="829440" indent="-31104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2800" spc="-1" strike="noStrike">
              <a:solidFill>
                <a:srgbClr val="000000"/>
              </a:solidFill>
              <a:latin typeface="Arial"/>
            </a:endParaRPr>
          </a:p>
          <a:p>
            <a:pPr lvl="2" marL="1244160" indent="-27648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lvl="3" marL="1658880" indent="-20736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4" marL="207360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48832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290304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F73011-13D6-40D6-B01B-AE68E696A878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14720" indent="-31104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  <a:p>
            <a:pPr lvl="1" marL="829440" indent="-31104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2800" spc="-1" strike="noStrike">
              <a:solidFill>
                <a:srgbClr val="000000"/>
              </a:solidFill>
              <a:latin typeface="Arial"/>
            </a:endParaRPr>
          </a:p>
          <a:p>
            <a:pPr lvl="2" marL="1244160" indent="-27648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lvl="3" marL="1658880" indent="-20736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4" marL="207360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48832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290304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760" cy="216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Webinar 19 - Sprint 8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CO" sz="2000" spc="-1" strike="noStrike">
                <a:solidFill>
                  <a:srgbClr val="1a1a1a"/>
                </a:solidFill>
                <a:latin typeface="Inter"/>
                <a:ea typeface="Inter"/>
              </a:rPr>
              <a:t>SQL – Proyecto del sprint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ln w="0">
            <a:noFill/>
          </a:ln>
        </p:spPr>
      </p:pic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6080" cy="31658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0A74C192-CAA1-4FD7-96D4-0B0C82152766}" type="datetime5">
              <a:rPr b="0" lang="en" sz="1200" spc="-1" strike="noStrike">
                <a:solidFill>
                  <a:srgbClr val="2a2a2a"/>
                </a:solidFill>
                <a:latin typeface="Inter Medium"/>
                <a:ea typeface="Inter Medium"/>
              </a:rPr>
              <a:t>Aug 20, 2025</a:t>
            </a:fld>
            <a:endParaRPr b="0" lang="es-MX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9760" cy="2989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Uso de SQL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Revisión práctica del proyecto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pc="-1" strike="noStrike">
                <a:solidFill>
                  <a:srgbClr val="1a1a1a"/>
                </a:solidFill>
                <a:latin typeface="Inter"/>
                <a:ea typeface="Inter"/>
              </a:rPr>
              <a:t>Cierre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Agenda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213;p33"/>
          <p:cNvSpPr/>
          <p:nvPr/>
        </p:nvSpPr>
        <p:spPr>
          <a:xfrm>
            <a:off x="22860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Practicar las sentencias SQL elementales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214;p33"/>
          <p:cNvSpPr/>
          <p:nvPr/>
        </p:nvSpPr>
        <p:spPr>
          <a:xfrm>
            <a:off x="320940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000000"/>
                </a:solidFill>
                <a:latin typeface="Arial"/>
                <a:ea typeface="Arial"/>
              </a:rPr>
              <a:t>Interactuar con funciones de filtrado avanzadas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215;p33"/>
          <p:cNvSpPr/>
          <p:nvPr/>
        </p:nvSpPr>
        <p:spPr>
          <a:xfrm>
            <a:off x="619056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Usar funciones de ventana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ln w="0">
            <a:noFill/>
          </a:ln>
        </p:spPr>
      </p:pic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Objetivo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760" cy="75996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760" cy="759960"/>
          </a:xfrm>
          <a:prstGeom prst="rect">
            <a:avLst/>
          </a:prstGeom>
          <a:ln w="0">
            <a:noFill/>
          </a:ln>
        </p:spPr>
      </p:pic>
      <p:pic>
        <p:nvPicPr>
          <p:cNvPr id="91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760" cy="759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640" cy="2651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¿Que sabemos previamente?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760" cy="2527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f2f1ee"/>
                </a:solidFill>
                <a:latin typeface="Inter ExtraBold"/>
                <a:ea typeface="Inter ExtraBold"/>
              </a:rPr>
              <a:t>Vamos al código!</a:t>
            </a:r>
            <a:endParaRPr b="0" lang="es-MX" sz="4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960" cy="191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213;p33"/>
          <p:cNvSpPr/>
          <p:nvPr/>
        </p:nvSpPr>
        <p:spPr>
          <a:xfrm>
            <a:off x="22860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1a1a1a"/>
                </a:solidFill>
                <a:latin typeface="Inter Medium"/>
                <a:ea typeface="Inter Medium"/>
              </a:rPr>
              <a:t>Qué sintaxis SQL te llevas?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Google Shape;214;p33"/>
          <p:cNvSpPr/>
          <p:nvPr/>
        </p:nvSpPr>
        <p:spPr>
          <a:xfrm>
            <a:off x="320940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rgbClr val="1a1a1a"/>
                </a:solidFill>
                <a:latin typeface="Inter Medium"/>
                <a:ea typeface="Inter Medium"/>
              </a:rPr>
              <a:t>Hagamos un resumen de cómo hacer un EDA en python.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Google Shape;215;p33"/>
          <p:cNvSpPr/>
          <p:nvPr/>
        </p:nvSpPr>
        <p:spPr>
          <a:xfrm>
            <a:off x="6190560" y="1952280"/>
            <a:ext cx="2724120" cy="29617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1a1a1a"/>
                </a:solidFill>
                <a:latin typeface="Inter Medium"/>
                <a:ea typeface="Inter Medium"/>
              </a:rPr>
              <a:t>Como te sientes con el proyecto?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Hora de cerrar ):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760" cy="759960"/>
          </a:xfrm>
          <a:prstGeom prst="rect">
            <a:avLst/>
          </a:prstGeom>
          <a:ln w="0">
            <a:noFill/>
          </a:ln>
        </p:spPr>
      </p:pic>
      <p:pic>
        <p:nvPicPr>
          <p:cNvPr id="102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760" cy="759960"/>
          </a:xfrm>
          <a:prstGeom prst="rect">
            <a:avLst/>
          </a:prstGeom>
          <a:ln w="0">
            <a:noFill/>
          </a:ln>
        </p:spPr>
      </p:pic>
      <p:pic>
        <p:nvPicPr>
          <p:cNvPr id="103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760" cy="759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760" cy="1041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Thanks      for coming!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760" cy="644400"/>
          </a:xfrm>
          <a:prstGeom prst="rect">
            <a:avLst/>
          </a:prstGeom>
          <a:ln w="0">
            <a:noFill/>
          </a:ln>
        </p:spPr>
      </p:pic>
      <p:pic>
        <p:nvPicPr>
          <p:cNvPr id="106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6160" cy="19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2038</TotalTime>
  <Application>LibreOffice/7.5.0.3$Windows_X86_64 LibreOffice_project/c21113d003cd3efa8c53188764377a8272d9d6de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2025-08-20T17:10:00Z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