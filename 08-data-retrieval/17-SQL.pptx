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EBA0EB-B9FC-408A-BEA6-85914B8618E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DBA044-C8BE-45FB-B4D2-095A52A995F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EAB551-3919-4D20-819D-00DA00BFF5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278F33-78B4-4A4A-B30B-CDF334EAAA9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58C46A-C872-443D-A068-5CB08206260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9EF56F-5648-41F2-B691-C2B518630C8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CD04C2-9DED-4597-9732-A60178ABA0A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B22964-7FA7-4A29-B35B-8D0E856AB4A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B667E9-A036-4F96-B34F-C10A07DEF3E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CC2A75-74D7-4CF3-9565-056D428B6DE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44FD2A-1896-490D-9E08-EEE08E4DED1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95FE6C-A17D-4DA5-9E67-1FF0C08FFC2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4D25C5-1B30-427B-9EEF-C8600BD4380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888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EA544C-B24B-4EA5-B609-9D5685084B7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BA0FF86-70DA-44A9-82ED-9A73D60B1F4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92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D32387-8D22-4BD9-B5BF-3CBB55F630C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AB986C-7086-4605-9341-2419F0D7A10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AE3D00-A0E7-40DA-899D-FC501C97179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4D671B-675A-429E-83C1-50573A1CD92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9B632E-24D6-4906-A8F9-42CB1880882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035CB3-2CF0-428F-A548-69B392F0521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F2DBB0-8983-4749-AD25-294CF6C93FF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1F5DFA-7D28-4D7F-AC00-88E87550E3E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5440" cy="1422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7560" cy="392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DE1CCD-2C34-4D08-8595-6DEB1DC916A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78957AF8-A36D-4962-9988-FFEC64E880B0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2560F5A-0A0A-44C4-9EAD-40A816B7BB17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35507F-ABCE-4125-A0D2-5DC0F407841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C625FF-420C-48A5-ABFC-6F860204BA9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160" cy="85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160" cy="298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9400" cy="216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59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16 - Sprint 8</a:t>
            </a:r>
            <a:endParaRPr b="0" lang="es-MX" sz="5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s-CO" sz="20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Mineria de datos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5720" cy="31654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AF79F0E9-5981-49F3-ABAD-9B8B6AB7A27B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Sep 2,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6160" cy="193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7640" cy="184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 txBox="1"/>
          <p:nvPr/>
        </p:nvSpPr>
        <p:spPr>
          <a:xfrm>
            <a:off x="180000" y="540000"/>
            <a:ext cx="8460000" cy="180216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 txBox="1"/>
          <p:nvPr/>
        </p:nvSpPr>
        <p:spPr>
          <a:xfrm>
            <a:off x="288000" y="1944000"/>
            <a:ext cx="1980000" cy="279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conoci un poco de él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2664000" y="1944000"/>
            <a:ext cx="1980000" cy="279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2664000" y="1944360"/>
            <a:ext cx="1980000" cy="2794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4968000" y="1944720"/>
            <a:ext cx="1980000" cy="25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948000" y="1945080"/>
            <a:ext cx="1980000" cy="2526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🎉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2017800"/>
            <a:ext cx="8519040" cy="298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Mineria de datos </a:t>
            </a: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🛠️  (85 min) 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 Revisión de conceptos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Practica de web-scrapping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Consulta de API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4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 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040" cy="80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240;p3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7280" cy="26514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¿Que sabemos previamente?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447;p46" descr=""/>
          <p:cNvPicPr/>
          <p:nvPr/>
        </p:nvPicPr>
        <p:blipFill>
          <a:blip r:embed="rId1"/>
          <a:stretch/>
        </p:blipFill>
        <p:spPr>
          <a:xfrm>
            <a:off x="519120" y="2871720"/>
            <a:ext cx="2360880" cy="162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PlaceHolder 6"/>
          <p:cNvSpPr txBox="1"/>
          <p:nvPr/>
        </p:nvSpPr>
        <p:spPr>
          <a:xfrm>
            <a:off x="2076840" y="1218960"/>
            <a:ext cx="6743160" cy="238104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¿Ademas de hojas de cálculo, qué otras fuentes conoces de donde se pueda obtener datos?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Google Shape;49;p 1" descr=""/>
          <p:cNvPicPr/>
          <p:nvPr/>
        </p:nvPicPr>
        <p:blipFill>
          <a:blip r:embed="rId2"/>
          <a:stretch/>
        </p:blipFill>
        <p:spPr>
          <a:xfrm>
            <a:off x="228600" y="228600"/>
            <a:ext cx="865440" cy="192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213;p33"/>
          <p:cNvSpPr/>
          <p:nvPr/>
        </p:nvSpPr>
        <p:spPr>
          <a:xfrm>
            <a:off x="2286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Conocer el uso de llamadas HTTP  para planear extracciones de datos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14;p33"/>
          <p:cNvSpPr/>
          <p:nvPr/>
        </p:nvSpPr>
        <p:spPr>
          <a:xfrm>
            <a:off x="320940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Hacer </a:t>
            </a:r>
            <a:r>
              <a:rPr b="0" i="1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webscrapping</a:t>
            </a: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usando request y beautifulsoup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15;p33"/>
          <p:cNvSpPr/>
          <p:nvPr/>
        </p:nvSpPr>
        <p:spPr>
          <a:xfrm>
            <a:off x="6190560" y="1952280"/>
            <a:ext cx="2723760" cy="29613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Hacer llamadas a un API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9400" cy="1041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7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8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3400" cy="759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9400" cy="25272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1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7600" cy="190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9400" cy="10411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4400" cy="644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4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5800" cy="19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2199</TotalTime>
  <Application>LibreOffice/25.8.0.4$Windows_X86_64 LibreOffice_project/48f00303701489684e67c38c28aff00cd5929e67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2025-09-02T16:45:56Z</dcterms:modified>
  <cp:revision>24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