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presentation.xml" ContentType="application/vnd.openxmlformats-officedocument.presentationml.presentation.main+xml"/>
  <Override PartName="/ppt/slideMasters/slideMaster26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_rels/slideMaster13.xml.rels" ContentType="application/vnd.openxmlformats-package.relationships+xml"/>
  <Override PartName="/ppt/slideMasters/_rels/slideMaster26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25.xml.rels" ContentType="application/vnd.openxmlformats-package.relationships+xml"/>
  <Override PartName="/ppt/slideLayouts/slideLayout2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_rels/slideLayout2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2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76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9144000" cy="51435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3.xml"/><Relationship Id="rId4" Type="http://schemas.openxmlformats.org/officeDocument/2006/relationships/slideMaster" Target="slideMasters/slideMaster25.xml"/><Relationship Id="rId5" Type="http://schemas.openxmlformats.org/officeDocument/2006/relationships/slideMaster" Target="slideMasters/slideMaster26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5A4AC6F-9F18-4C8F-ABD4-9E0182651ABB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2353E88-479A-4AD2-A607-6C15EE64E5E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6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B83B901-0CF9-43B4-B57E-63D135BB421C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92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92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92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92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92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92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8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461311C-FE19-4D31-87F5-51E48896A56C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9C01315-FC8E-40AC-B5CC-1879FE60EC0A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D2B4C18-C32B-42B1-AC43-5D20AD8BCCC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144E81A-6936-44A6-B84F-46F7EDCFA2AC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6C7C5A1-06CE-423F-A28F-DF2BFA421350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5B879F1-94EB-4C56-840B-0A5D587AF504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Centered 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AFE3477-B277-46C3-84AC-952A478DB79E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2017D57-1ED4-4440-89D1-B8996F0C9F83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sldNum" idx="12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4FA384E-B632-4F5F-BBB5-6031FBB2333B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Predeterminado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sldNum" idx="13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8A1F5F0-E17E-40BA-8DF1-233A34C99643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Predeterminado 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sldNum" idx="14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C5CD16C-2B50-42F6-915F-BD3CA5C2C5BB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Predeterminado 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6"/>
          <p:cNvSpPr>
            <a:spLocks noGrp="1"/>
          </p:cNvSpPr>
          <p:nvPr>
            <p:ph type="sldNum" idx="15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592A643-3D42-465B-A473-B374B8D75F4A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3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92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92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92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92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92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92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8"/>
          <p:cNvSpPr>
            <a:spLocks noGrp="1"/>
          </p:cNvSpPr>
          <p:nvPr>
            <p:ph type="sldNum" idx="16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5AFDDA4-89D8-44E2-BB04-B9639C433473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4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sldNum" idx="17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B0417C4-8AA9-459F-B751-B9F79A4E41E1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redeterminado 5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sldNum" idx="18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C40BF3F-8342-4E66-B580-BD9186420BD6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Predeterminado 6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sldNum" idx="19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4888523-B412-48E9-BD66-F943F07F1AC1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Predeterminado 7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 type="sldNum" idx="20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0736143-E499-47C2-A727-2B505D844E7F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redeterminado 8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sldNum" idx="21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01F10F7-10F2-4CA6-949B-0500252D8B95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Predeterminado 9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sldNum" idx="22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78B5C5A-F423-4643-B3E5-8799A4EAF909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Predeterminado 10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5"/>
          <p:cNvSpPr>
            <a:spLocks noGrp="1"/>
          </p:cNvSpPr>
          <p:nvPr>
            <p:ph type="sldNum" idx="23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B10880F-3422-4B30-BFDF-AA128B7911BD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Predeterminado 1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5"/>
          <p:cNvSpPr>
            <a:spLocks noGrp="1"/>
          </p:cNvSpPr>
          <p:nvPr>
            <p:ph type="sldNum" idx="24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73246C7-F03F-495D-8053-B1B962A06B86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5"/>
          </p:nvPr>
        </p:nvSpPr>
        <p:spPr/>
        <p:txBody>
          <a:bodyPr/>
          <a:p>
            <a:fld id="{90D30CFE-31FE-4BB6-B113-0F536484EE30}" type="slidenum">
              <a:t>&lt;#&gt;</a:t>
            </a:fld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D9C01AD4-F3C2-4BD4-804F-CF699C74FA13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2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sldNum" idx="25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9AA952C-F11A-4DD8-A34D-8DBEA209142C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sldNum" idx="26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66D9E66-67A2-4A65-8C27-01AE5A63D1FA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160" cy="85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160" cy="298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6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6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1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7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64080" y="638280"/>
            <a:ext cx="8519400" cy="216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59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Webinar 16 - Sprint 8</a:t>
            </a:r>
            <a:endParaRPr b="0" lang="es-MX" sz="5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s-CO" sz="20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Mineria de datos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3" name="Google Shape;34;p14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5800" cy="19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" name="PlaceHolder 2"/>
          <p:cNvSpPr>
            <a:spLocks noGrp="1"/>
          </p:cNvSpPr>
          <p:nvPr>
            <p:ph type="subTitle"/>
          </p:nvPr>
        </p:nvSpPr>
        <p:spPr>
          <a:xfrm>
            <a:off x="152280" y="3202200"/>
            <a:ext cx="8685720" cy="31654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fld id="{0550D253-4E56-4E97-80DD-4270BA11B273}" type="datetime5">
              <a:rPr b="0" lang="en" sz="1200" strike="noStrike" u="none">
                <a:solidFill>
                  <a:srgbClr val="2a2a2a"/>
                </a:solidFill>
                <a:effectLst/>
                <a:uFillTx/>
                <a:latin typeface="Inter Medium"/>
                <a:ea typeface="Inter Medium"/>
              </a:rPr>
              <a:t>Sep 2, 2025</a:t>
            </a:fld>
            <a:endParaRPr b="0" lang="es-MX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240;p 1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6160" cy="193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6137640" cy="184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Midamos los ánimos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7"/>
          <p:cNvSpPr txBox="1"/>
          <p:nvPr/>
        </p:nvSpPr>
        <p:spPr>
          <a:xfrm>
            <a:off x="180000" y="540000"/>
            <a:ext cx="8460000" cy="18021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" sz="32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¿Cómo llegas hoy a la sesión?</a:t>
            </a:r>
            <a:br>
              <a:rPr sz="3200"/>
            </a:br>
            <a:r>
              <a:rPr b="0" lang="en" sz="26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Reacciona en la llamada</a:t>
            </a:r>
            <a:endParaRPr b="0" lang="es-MX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8" name="Google Shape;49;p 4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5440" cy="19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" name=""/>
          <p:cNvSpPr txBox="1"/>
          <p:nvPr/>
        </p:nvSpPr>
        <p:spPr>
          <a:xfrm>
            <a:off x="288000" y="1944000"/>
            <a:ext cx="1980000" cy="279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👏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Emocionado con el tema de hoy, ya conoci un poco de él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"/>
          <p:cNvSpPr txBox="1"/>
          <p:nvPr/>
        </p:nvSpPr>
        <p:spPr>
          <a:xfrm>
            <a:off x="2664000" y="1944000"/>
            <a:ext cx="1980000" cy="279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👍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para mi pero con ganas de aprender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"/>
          <p:cNvSpPr txBox="1"/>
          <p:nvPr/>
        </p:nvSpPr>
        <p:spPr>
          <a:xfrm>
            <a:off x="2664000" y="1944360"/>
            <a:ext cx="1980000" cy="279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👍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para mi pero con ganas de aprender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"/>
          <p:cNvSpPr txBox="1"/>
          <p:nvPr/>
        </p:nvSpPr>
        <p:spPr>
          <a:xfrm>
            <a:off x="4968000" y="1944720"/>
            <a:ext cx="1980000" cy="2526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😮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y hoy deseo aclarar mis dudas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"/>
          <p:cNvSpPr txBox="1"/>
          <p:nvPr/>
        </p:nvSpPr>
        <p:spPr>
          <a:xfrm>
            <a:off x="6948000" y="1945080"/>
            <a:ext cx="1980000" cy="2526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🎉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Apenas voy comenzando el tema y es nuevo para mi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subTitle"/>
          </p:nvPr>
        </p:nvSpPr>
        <p:spPr>
          <a:xfrm>
            <a:off x="152280" y="2017800"/>
            <a:ext cx="8519040" cy="2988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Bienvenida (10min)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Mineria de datos </a:t>
            </a: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🛠️  (85 min) 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 Revisión de conceptos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Practica de web-scrapping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Consulta de API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1a1a1a"/>
              </a:buClr>
              <a:buFont typeface="Inter"/>
              <a:buAutoNum type="arabicPeriod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🤔  Reflexión y discusión: ¿Qué aprendimos en esta sesión? (10min)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5" name="Google Shape;49;p 3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5440" cy="19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6" name="PlaceHolder 2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9040" cy="80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Agenda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240;p36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5800" cy="19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6137280" cy="265140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¿Que sabemos previamente?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447;p46" descr=""/>
          <p:cNvPicPr/>
          <p:nvPr/>
        </p:nvPicPr>
        <p:blipFill>
          <a:blip r:embed="rId1"/>
          <a:stretch/>
        </p:blipFill>
        <p:spPr>
          <a:xfrm>
            <a:off x="519120" y="2871720"/>
            <a:ext cx="2360880" cy="1628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0" name="PlaceHolder 6"/>
          <p:cNvSpPr txBox="1"/>
          <p:nvPr/>
        </p:nvSpPr>
        <p:spPr>
          <a:xfrm>
            <a:off x="2076840" y="1218960"/>
            <a:ext cx="6743160" cy="23810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" sz="32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¿Ademas de hojas de cálculo, qué otras fuentes conoces de donde se pueda obtener datos?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1" name="Google Shape;49;p 1" descr=""/>
          <p:cNvPicPr/>
          <p:nvPr/>
        </p:nvPicPr>
        <p:blipFill>
          <a:blip r:embed="rId2"/>
          <a:stretch/>
        </p:blipFill>
        <p:spPr>
          <a:xfrm>
            <a:off x="228600" y="228600"/>
            <a:ext cx="865440" cy="192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213;p33"/>
          <p:cNvSpPr/>
          <p:nvPr/>
        </p:nvSpPr>
        <p:spPr>
          <a:xfrm>
            <a:off x="228600" y="1952280"/>
            <a:ext cx="2723760" cy="296136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Conocer el uso de llamadas HTTP  para planear extracciones de datos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Google Shape;214;p33"/>
          <p:cNvSpPr/>
          <p:nvPr/>
        </p:nvSpPr>
        <p:spPr>
          <a:xfrm>
            <a:off x="3209400" y="1952280"/>
            <a:ext cx="2723760" cy="296136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CO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Hacer </a:t>
            </a:r>
            <a:r>
              <a:rPr b="0" i="1" lang="es-CO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webscrapping</a:t>
            </a:r>
            <a:r>
              <a:rPr b="0" lang="es-CO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usando request y beautifulsoup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Google Shape;215;p33"/>
          <p:cNvSpPr/>
          <p:nvPr/>
        </p:nvSpPr>
        <p:spPr>
          <a:xfrm>
            <a:off x="6190560" y="1952280"/>
            <a:ext cx="2723760" cy="296136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Hacer llamadas a un API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5" name="Google Shape;216;p33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5800" cy="19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9400" cy="10411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Objetivo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7" name="Google Shape;218;p33" descr=""/>
          <p:cNvPicPr/>
          <p:nvPr/>
        </p:nvPicPr>
        <p:blipFill>
          <a:blip r:embed="rId2"/>
          <a:stretch/>
        </p:blipFill>
        <p:spPr>
          <a:xfrm>
            <a:off x="424800" y="2191320"/>
            <a:ext cx="473400" cy="759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8" name="Google Shape;219;p33" descr=""/>
          <p:cNvPicPr/>
          <p:nvPr/>
        </p:nvPicPr>
        <p:blipFill>
          <a:blip r:embed="rId3"/>
          <a:stretch/>
        </p:blipFill>
        <p:spPr>
          <a:xfrm>
            <a:off x="3468960" y="2191320"/>
            <a:ext cx="473400" cy="759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9" name="Google Shape;220;p33" descr=""/>
          <p:cNvPicPr/>
          <p:nvPr/>
        </p:nvPicPr>
        <p:blipFill>
          <a:blip r:embed="rId4"/>
          <a:stretch/>
        </p:blipFill>
        <p:spPr>
          <a:xfrm>
            <a:off x="6407280" y="2191320"/>
            <a:ext cx="473400" cy="759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96840" y="2386440"/>
            <a:ext cx="8519400" cy="252720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b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f2f1ee"/>
                </a:solidFill>
                <a:effectLst/>
                <a:uFillTx/>
                <a:latin typeface="Inter ExtraBold"/>
                <a:ea typeface="Inter ExtraBold"/>
              </a:rPr>
              <a:t>Vamos al código!</a:t>
            </a:r>
            <a:endParaRPr b="0" lang="es-MX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1" name="Google Shape;235;p35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7600" cy="190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311760" y="1914120"/>
            <a:ext cx="8519400" cy="10411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Thanks      for coming!</a:t>
            </a:r>
            <a:endParaRPr b="0" lang="es-MX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3" name="Google Shape;270;p39" descr=""/>
          <p:cNvPicPr/>
          <p:nvPr/>
        </p:nvPicPr>
        <p:blipFill>
          <a:blip r:embed="rId1"/>
          <a:stretch/>
        </p:blipFill>
        <p:spPr>
          <a:xfrm>
            <a:off x="3642120" y="2053080"/>
            <a:ext cx="644400" cy="644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4" name="Google Shape;271;p39" descr=""/>
          <p:cNvPicPr/>
          <p:nvPr/>
        </p:nvPicPr>
        <p:blipFill>
          <a:blip r:embed="rId2"/>
          <a:stretch/>
        </p:blipFill>
        <p:spPr>
          <a:xfrm>
            <a:off x="4138560" y="228600"/>
            <a:ext cx="865800" cy="193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2044</TotalTime>
  <Application>LibreOffice/25.8.0.4$Windows_X86_64 LibreOffice_project/48f00303701489684e67c38c28aff00cd5929e67</Application>
  <AppVersion>15.0000</AppVersion>
  <Words>1731</Words>
  <Paragraphs>193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es-MX</dc:language>
  <cp:lastModifiedBy/>
  <dcterms:modified xsi:type="dcterms:W3CDTF">2025-09-02T14:01:24Z</dcterms:modified>
  <cp:revision>23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36</vt:i4>
  </property>
  <property fmtid="{D5CDD505-2E9C-101B-9397-08002B2CF9AE}" pid="3" name="Notes">
    <vt:i4>50</vt:i4>
  </property>
  <property fmtid="{D5CDD505-2E9C-101B-9397-08002B2CF9AE}" pid="4" name="PresentationFormat">
    <vt:lpwstr>Presentación en pantalla (16:9)</vt:lpwstr>
  </property>
  <property fmtid="{D5CDD505-2E9C-101B-9397-08002B2CF9AE}" pid="5" name="Slides">
    <vt:i4>50</vt:i4>
  </property>
</Properties>
</file>