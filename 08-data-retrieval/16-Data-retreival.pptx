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D63634-BBDF-4A6F-82B4-71F465A290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744752-001E-4D40-93A6-39018CBDDFC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3AFCE7-CA5B-4545-8FCF-441F59BDB3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87C55E-EF02-41D6-9C9E-6B594547CB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A7EE29-4B48-490F-AC43-7CAB70F42F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0BD8DE-EFB6-4269-9FD1-EDB306A358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A14FAD-9FE0-411D-A675-BC6EB3CBE7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BD9DCB-61A1-44B8-B66F-623DCF2C6BE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8DB375-028A-41C0-B835-EC11B9FD21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26A272-9CC2-448D-980C-24640C757C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30B2BE-EAB9-4727-BD6C-0CA5ADA126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4925CE-35F1-4116-8FF4-B9CABD77EE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1CD27-05E2-4B6E-952A-ABC6294918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57E836-FFE5-4F35-BC2E-99C614EE1E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746764-F78C-4A1B-8019-E4D126F4F6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B38FD-B5C2-40B3-99D1-56CBD884E3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84236A-9C5D-4379-BAA8-E84A4998AB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4B913F-F283-4F2C-A308-262C4EFC89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F45329-E995-46E2-86DE-D2CA668CDE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AC6D48-34BB-4BCB-85EF-A169A80AEB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2D030D-2DC4-4F25-8A22-2F3D250B7CE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DA281F-9808-4113-BFF8-D67F797C49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A052D0-149C-4BE8-8E19-9124023A0E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AC47B-8828-49C9-B85A-7C7B9801F7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EC2B474-6439-4CF4-B1C2-8D3C7350E13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A2BA45E-F55F-4560-8672-536EBB44B80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1E843C-4665-4996-B4B8-9F7C715D8F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2516DF-7B32-41A7-A143-3E1D299A26E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16 - Sprint 8</a:t>
            </a:r>
            <a:endParaRPr b="0" lang="es-MX" sz="5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Mineria de datos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FC01FCF-5322-4E1B-A3C4-4CD9F313BE8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2,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280" cy="184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96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9640" cy="27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conoci un poco de él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9640" cy="27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9640" cy="27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9640" cy="25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9640" cy="25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8680" cy="298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Mineria de datos 🛠️  (85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de web-scrapping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Consulta de API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680" cy="80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447;p46" descr=""/>
          <p:cNvPicPr/>
          <p:nvPr/>
        </p:nvPicPr>
        <p:blipFill>
          <a:blip r:embed="rId1"/>
          <a:stretch/>
        </p:blipFill>
        <p:spPr>
          <a:xfrm>
            <a:off x="394920" y="3445200"/>
            <a:ext cx="1826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6"/>
          <p:cNvSpPr/>
          <p:nvPr/>
        </p:nvSpPr>
        <p:spPr>
          <a:xfrm>
            <a:off x="2076840" y="1218960"/>
            <a:ext cx="6742800" cy="23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¿Ademas de hojas de cálculo, qué otras fuentes conoces de donde se pueda obtener datos?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llamadas HTTP  para planear extracciones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</a:t>
            </a:r>
            <a:r>
              <a:rPr b="0" i="1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webscrapping</a:t>
            </a: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usando request y beautifulsoup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llamadas a un API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2025-09-02T20:36:13Z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