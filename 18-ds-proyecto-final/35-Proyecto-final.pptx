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A7195C-1115-4622-91E6-D88A89DABC4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7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D130CA-BCDF-433C-A35F-4D2DBB1B58C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7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970956-FF76-46AC-A733-1B13B84E257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F15ED4-82AD-4609-99CD-DC5867CDEC8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884DD3-A7DE-405E-90E1-5F0CDE0880F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B93967-BE76-4AB4-A9A9-10C58C0B3DD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E1E0FC-6CF5-4921-B2C7-25412608E68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6039AF-1521-45F2-AF82-E2F2970E7A6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9635A8-45C9-4B3D-9DF1-782C41B1886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FCFC83-FBDB-4D25-B574-CC2598B8C9F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DCD056-5932-43A0-BA10-EBCC6D5CF36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3F6A59-F345-4101-83F3-E112971B5A9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88C440-142D-4DA8-B63A-43B1EB2A284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F7AABED-95D0-4DA2-83ED-93C7D7E9473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EBBEE3-4DCD-48A5-B1AB-6274C2874A8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6A92AE-ADA6-4605-BE8D-8002CD15B27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300DCA-EA5D-4D37-8091-6C3992FD802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496454-16BD-42AF-A870-416D21BADA3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E96CCE-D85B-4DA3-9C46-55C0F70A681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CE6833-EFA5-4F8D-AF05-6227254890F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F8394F-B7C4-4D2B-8736-E4BDE279B1D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573BB3-FFA7-4071-9881-638E5ACDCA6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39CF39-8572-47D7-A1FD-DDC86A74A5A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0DE779-EF53-46DA-878C-D18CEE0B9C1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ACA9CA3A-4713-412B-B226-EC3BC157A9FE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320791B-3155-456B-86F7-EA755D80CF8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53EC70-D00C-4678-90BF-A327458EA93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BB94A7-F5BB-40B5-BE20-F10291F061C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7600" cy="21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35 - Sprint 18</a:t>
            </a:r>
            <a:endParaRPr b="0" lang="es-MX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MX" sz="3600" strike="noStrike" u="none">
                <a:solidFill>
                  <a:srgbClr val="666666"/>
                </a:solidFill>
                <a:effectLst/>
                <a:uFillTx/>
                <a:latin typeface="Arial"/>
                <a:ea typeface="Inter ExtraBold"/>
              </a:rPr>
              <a:t>Proyecto final</a:t>
            </a:r>
            <a:endParaRPr b="0" lang="es-MX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3920" cy="3163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07FE60B3-5F4F-4AE0-9E96-E99A5375E111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Oct 28,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480" cy="184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7840" cy="18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al proyecto final?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78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🤓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ahora me doy cuenta cuanto he aprendido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7840" cy="351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👌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Tranquilo, siento que conozco los temas pero necesito repasar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4968000" y="1944720"/>
            <a:ext cx="1977840" cy="29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Sorprendido, va requerir mucho de mi, necesito revisar mis apuntes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948000" y="1945080"/>
            <a:ext cx="1977840" cy="32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😶‍🌫️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comenzando, veo que hay temas que no recuerdo del todo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5;p2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760" cy="80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Recap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2"/>
          <a:stretch/>
        </p:blipFill>
        <p:spPr>
          <a:xfrm>
            <a:off x="4060800" y="0"/>
            <a:ext cx="508320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ubTitle"/>
          </p:nvPr>
        </p:nvSpPr>
        <p:spPr>
          <a:xfrm>
            <a:off x="277920" y="1322280"/>
            <a:ext cx="8517600" cy="3535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⭐ Revisión del proyecto final (30 min.)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❓Preguntas y respuestas (10 min.)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600" cy="1039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7640" cy="184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Estructura del proyecto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49;p 1" descr=""/>
          <p:cNvPicPr/>
          <p:nvPr/>
        </p:nvPicPr>
        <p:blipFill>
          <a:blip r:embed="rId1"/>
          <a:stretch/>
        </p:blipFill>
        <p:spPr>
          <a:xfrm>
            <a:off x="228960" y="22896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4"/>
          <p:cNvSpPr/>
          <p:nvPr/>
        </p:nvSpPr>
        <p:spPr>
          <a:xfrm>
            <a:off x="97200" y="425160"/>
            <a:ext cx="8517600" cy="10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Etapas del proyecto: 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260000" y="1409040"/>
            <a:ext cx="6120000" cy="3303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Hacer un plan de trabajo.</a:t>
            </a:r>
            <a:endParaRPr b="0" lang="es-MX" sz="36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Investigar la tarea.</a:t>
            </a:r>
            <a:endParaRPr b="0" lang="es-MX" sz="36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Desarrollar un modelo.</a:t>
            </a:r>
            <a:endParaRPr b="0" lang="es-MX" sz="36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Preparar el informe.</a:t>
            </a:r>
            <a:endParaRPr b="0" lang="es-MX" sz="36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7600" cy="2525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Dudas y preguntas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8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7600" cy="1039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2600" cy="6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1673</TotalTime>
  <Application>LibreOffice/25.8.2.2$Windows_X86_64 LibreOffice_project/d401f2107ccab8f924a8e2df40f573aab7605b6f</Application>
  <AppVersion>15.0000</AppVersion>
  <Words>1567</Words>
  <Paragraphs>165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2025-10-28T17:09:27Z</dcterms:modified>
  <cp:revision>28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46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46</vt:i4>
  </property>
</Properties>
</file>