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9E425E-4FC4-4076-8080-6B8B2176CBB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83BE18-EEE2-478D-84FE-52DEE305268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386A51-3E56-4B58-8B0E-221B943A7E9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D27D04-8412-494F-BCCD-9CAB0CFDBC4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ED5760-E698-4525-9B03-766C2922F6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FFD3FB-33DC-4CAD-892E-74F321F5856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1D8B65-8988-4B8C-9A48-59BB02786E5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E39457-922E-4DF0-98B8-E6836F3818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85C11D-2FFB-4CC0-BBBD-B8A1431E03F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776319-EF73-41A2-AA96-C45B5395C95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17B7B1-F4F4-4E33-AC68-1240736FBA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AE516B-A3AC-4B06-8D8E-348AC8C0B34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D19C32-5DB2-4F0C-91C8-31DB21370E3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62CC15-5F01-45FC-9240-4D91B24F9C2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CCF93F-DE2F-4865-900F-2648A8BD29E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1F496D-C50D-4C20-8B80-49EA064041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EC6023-7D2C-4F9A-8429-6173279B29D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EAAF5A-D9C1-4C20-A2D1-521AFC45656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5B1020-C019-4DF4-8024-3FEBF5CA056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394B1F-42CA-400C-A091-CE80D9BECE6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C38D73-95E3-47A0-996D-0D8D2B04B8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902532-0527-4BDB-9438-7257E3BF69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AD8C73-534F-4AD9-A027-1D650E38A40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0C4A3E-444D-4266-BD3E-97A89B2602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26DF2B83-E5E4-469B-85ED-8A97ED2777E5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9838D28-75CF-415C-9B83-878CD64A15B8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9AFA7F-92F2-425B-9450-44870AB482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83667D-1173-47AB-B567-56FE0CE1C8E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7600" cy="21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35 - Sprint 18</a:t>
            </a:r>
            <a:endParaRPr b="0" lang="es-MX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MX" sz="3600" strike="noStrike" u="none">
                <a:solidFill>
                  <a:srgbClr val="666666"/>
                </a:solidFill>
                <a:effectLst/>
                <a:uFillTx/>
                <a:latin typeface="Arial"/>
                <a:ea typeface="Inter ExtraBold"/>
              </a:rPr>
              <a:t>Proyecto final</a:t>
            </a: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3920" cy="3163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41CE8E91-ED28-43F8-AD1A-B5CBA252FFC4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Oct 28,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480" cy="184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7840" cy="18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al proyecto final?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78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🤓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ahora me doy cuenta cuanto he aprendido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7840" cy="35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👌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Tranquilo, siento que conozco los temas pero necesito repasar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968000" y="1944720"/>
            <a:ext cx="1977840" cy="29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Sorprendido, va requerir mucho de mi, necesito revisar mis apuntes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948000" y="1945080"/>
            <a:ext cx="1977840" cy="32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😶‍🌫️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comenzando, veo que hay temas que no recuerdo del todo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5;p2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760" cy="80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Recap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>
            <a:off x="4060800" y="0"/>
            <a:ext cx="508320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ubTitle"/>
          </p:nvPr>
        </p:nvSpPr>
        <p:spPr>
          <a:xfrm>
            <a:off x="277920" y="1322280"/>
            <a:ext cx="8517600" cy="3535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⭐ Revisión del proyecto final (30 min.)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❓Preguntas y respuestas (10 min.)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640" cy="184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Estructura del proyecto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49;p 1" descr=""/>
          <p:cNvPicPr/>
          <p:nvPr/>
        </p:nvPicPr>
        <p:blipFill>
          <a:blip r:embed="rId1"/>
          <a:stretch/>
        </p:blipFill>
        <p:spPr>
          <a:xfrm>
            <a:off x="228960" y="22896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4"/>
          <p:cNvSpPr/>
          <p:nvPr/>
        </p:nvSpPr>
        <p:spPr>
          <a:xfrm>
            <a:off x="97200" y="425160"/>
            <a:ext cx="8517600" cy="103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Etapas del proyecto: 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60000" y="1409040"/>
            <a:ext cx="6120000" cy="330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Hacer un plan de trabajo.</a:t>
            </a: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Investigar la tarea.</a:t>
            </a: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Desarrollar un modelo.</a:t>
            </a: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Preparar el informe.</a:t>
            </a: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7600" cy="2525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Dudas y preguntas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8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2600" cy="6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1673</TotalTime>
  <Application>LibreOffice/25.8.2.2$Windows_X86_64 LibreOffice_project/d401f2107ccab8f924a8e2df40f573aab7605b6f</Application>
  <AppVersion>15.0000</AppVersion>
  <Words>1567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2025-10-28T17:09:27Z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46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46</vt:i4>
  </property>
</Properties>
</file>