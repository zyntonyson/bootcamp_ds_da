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F47C08A-D83E-4FA6-A5B6-4CCC343159F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7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B86727-5C95-48EB-B891-9CCD9FA6B73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7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2760" cy="297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85E9546-4FE6-48F5-AAF2-C973BEE8E08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320" cy="297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320" cy="297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C0105E-2254-4188-9A5E-5437082E691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1FC56FE-018C-4E6E-ACF0-10BF2378AA6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2A1046-7367-4E10-8E65-98F787363FA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320" cy="297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6E0AD6C-CD1A-49F1-8D55-15623C51951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320" cy="297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003021C-571C-4D83-8C95-7FEF51E8E42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276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44CD29-42DD-493D-A8BE-5718C35BF69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276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276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C2C9923-E983-413D-820B-8E427ED62F4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902427C-8AED-4F27-A0E6-D04269B3462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31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31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31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31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31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31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EC072EB-BE49-49CE-83E7-A40A4F29735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7299FC2-6DB0-42E0-99BD-7B4A556CC8B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3120" cy="297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8BC435-05A9-42B7-BA99-B3D0BFBCDF4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2760" cy="297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0B316A-0CC6-46AA-8829-31E10ACA5C9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320" cy="297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320" cy="297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82F40C-8497-494A-A44B-AEAEC9EF594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C79D436-7435-49CF-BFAC-0DA47D90614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676E5E-9527-4F36-B98C-BFB6C74D720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320" cy="297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575942E-D6A8-4A97-BDE6-322249F5479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320" cy="297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50FF4CF-FD67-4609-A9C8-E72AA87442C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276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26A8F7-698E-434B-AAD0-7F6EBF1E23B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276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276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8280DE-CCA1-41C5-9240-ECCD7CF27F0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093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1052E9-0542-4D67-8F49-D5E19A2F5C8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760" cy="8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31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31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31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31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31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3120" cy="141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145264C-59E0-4A9E-8CA5-6B35ED88AE1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0C595D5A-5771-4D80-9069-F3061C75EE21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3499471-38BA-43F0-B3E4-DA1CA3199213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39280" cy="38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23A9A9-9A99-4434-807F-E5D8AA8368E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38560" cy="38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5AE0A8B-2ACC-4026-BA49-20076FBDA2A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1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3280" cy="216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59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23 - Sprint 8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Explorar conexiones de datos con correlaciones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9680" cy="1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4320000"/>
            <a:ext cx="8679600" cy="3585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9A8FDCE9-E450-4A75-AF9E-2183307E516D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Jan 16, 2026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7520" cy="18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29000" cy="185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1360" cy="179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6800" cy="18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13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136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136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13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13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3280" cy="3380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Revisión de conceptos(20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Caso de estudio: German city Bank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(5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9680" cy="1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3280" cy="10350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213;p33"/>
          <p:cNvSpPr/>
          <p:nvPr/>
        </p:nvSpPr>
        <p:spPr>
          <a:xfrm>
            <a:off x="228600" y="1952280"/>
            <a:ext cx="2717640" cy="29552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Calcular métricas de correlaciones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214;p33"/>
          <p:cNvSpPr/>
          <p:nvPr/>
        </p:nvSpPr>
        <p:spPr>
          <a:xfrm>
            <a:off x="3209400" y="1952280"/>
            <a:ext cx="2717640" cy="29552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Interpretar resultados de análisis de correlación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15;p33"/>
          <p:cNvSpPr/>
          <p:nvPr/>
        </p:nvSpPr>
        <p:spPr>
          <a:xfrm>
            <a:off x="6190560" y="1952280"/>
            <a:ext cx="2717640" cy="29552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Integrar pensamiento ético en el análisis de correlación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9680" cy="1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3280" cy="10350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67280" cy="753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67280" cy="753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67280" cy="753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3280" cy="25210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480" cy="184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3280" cy="10350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38280" cy="63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59680" cy="187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4949</TotalTime>
  <Application>LibreOffice/25.8.3.2$Windows_X86_64 LibreOffice_project/8ca8d55c161d602844f5428fa4b58097424e324e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2026-01-16T10:18:20Z</dcterms:modified>
  <cp:revision>47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