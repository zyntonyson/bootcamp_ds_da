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AADC85-29FD-4902-B768-83BC6CCF1C6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6DC441-8B14-433D-9AA0-985CC030F7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D25448-CEC6-481D-A6B2-6D572E40F67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F2A54C-D4E5-4E9B-992C-BEF3BFE406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F21EC5-8330-42A3-ABBE-3E60DE78B19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074C43-E7B4-45D0-A39C-17EF0429E0A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4C662A-6911-4F40-B4FF-C1C0685C17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32ECDE-A4EC-417E-A820-F5ADEBAB5DA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95A6C3-3DE0-4CAB-AF01-B76FD23114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544F6F-D801-4DC1-A955-4D665908C65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12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9D2192-4558-466C-8077-FB344C7F6E1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D28F29-A282-49BC-B144-A03F09337B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3F2774-1962-44AB-B8C2-29D4E69C426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AD775B-C7D4-4BDC-8EEE-E7DD8AA4BA8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6AF3B2-AF16-4675-88E8-8A3AA4A4C3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80D203-5B90-4D97-8E9E-EB8F0592BE2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F63750-F185-4323-A106-90586A2416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12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46CAAD-3E60-4BB9-B58C-39FA8619B77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96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DD435E-5183-4680-9326-C791A67A56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48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77A255-87F6-4E42-AC83-288B64E711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4D1F77-34CD-4457-ABD0-6C3AB64FD9D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48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4846BC-C6C1-4921-B8DD-C59A70DE90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12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6906B7-7E9D-48EA-BD1B-0BB19347942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12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9680" cy="297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81959F-7773-48D4-AA29-96D0D28AFA0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3DDD5A8C-1C88-45DA-8691-FF9F78374E28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EFCFD1D-5047-45A6-9B63-D2FB120B4A8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8415D4-F37C-4E3D-AD30-E229CC674B9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38920" cy="38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B13B63-7004-46CB-B73D-62779C34A09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3640" cy="216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9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22 - Sprint 7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estadístico para detectar patrones y outliers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4320000"/>
            <a:ext cx="8679960" cy="358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C35732CA-35AC-4863-8C82-E87F41E3D08C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Jan 8,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7880" cy="18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29360" cy="185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1720" cy="179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7160" cy="18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17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17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17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17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17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3640" cy="33807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Proyecto colaborativo: Megaline (100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(5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640" cy="1035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8000" cy="29556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Preparar un reporte de análisis de datos de  forma colaborativa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8000" cy="29556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Preparar un repositorio en GitHub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8000" cy="29556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Cargar código en un repositorio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640" cy="1035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7640" cy="75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7640" cy="75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7640" cy="75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3640" cy="25214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3640" cy="1035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38640" cy="6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3911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2026-01-08T17:59:02Z</dcterms:modified>
  <cp:revision>44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