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C245A0-472B-48FC-ACF4-4A12B061DE2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DC81BF-8CD8-4FE5-BF83-EEA78C994CB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5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76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2B34FC-C59C-4647-8239-C7DFBEFB162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32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32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5EF191-92D0-477E-88E3-EC02DA5AEB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9AD42C-F7E1-4957-A38C-6F98F5D230F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BBF0F9-F602-4D37-9939-D608B8AE327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32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6ABFBD-DB83-4E26-BD3C-F584CA05614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32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B5842A-AE8F-4ED3-98AD-ABAE373FA5D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76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91BFA4-BB06-48FC-9858-7FDA23D00B5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76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76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DBEA86-6E3B-4557-8EED-00DD3511B71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776F24-CA92-4C63-8BD7-35D8630B359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7DDD24-8E0F-44A5-81E9-977C510BC07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0618EE-91BD-4AD5-8D35-E4C4C19801F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120" cy="29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506F9F-9C6B-4B84-80F2-DB14327E7CC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76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A59493-FF51-4C91-BD0B-15D49FB94A8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32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32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239F7B-F70E-4CD2-AEC7-DF8919D1706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BFCCDD-CE32-4C9E-ABC8-39ECE6054B6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37D5BE-7970-445F-A1EB-27842554B1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32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D673BB-6F25-4E2A-A733-920BC599D2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320" cy="29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4D8EC3-9A98-48BE-A593-F391D7D7580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76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CA5677-3F74-4D04-B184-F8B42CA7E02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276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276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AC5563-32D6-40B6-BF10-90C75FB332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93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416785-772E-4BDE-BB8B-2A78B6CD92C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2760" cy="85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3120" cy="141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764A05-E4B2-4F20-97BF-4DFEDD28FF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FFE41836-488B-4AD8-8CCA-024F7EC2E975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B3897A1-6FC8-429F-9A21-C2C3D802639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F1AEA0-9BC7-40EC-9A2C-1991981581E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38560" cy="3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51F9CE-5B72-4E49-B80E-B392085FFEA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3280" cy="216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9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23 - Sprint 8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Explorar conexiones de datos con correlaciones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6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4320000"/>
            <a:ext cx="8679600" cy="358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6670D4C2-09C1-4A33-B1E2-E588142F7BCA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Jan 15,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7520" cy="18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29000" cy="185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1360" cy="17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6800" cy="18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13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13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13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13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13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3280" cy="3380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conceptos(20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Caso de estudio: German city Bank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(5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6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3280" cy="1035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7640" cy="29552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Calcular métricas de correlaciones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7640" cy="29552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Interpretar resultados de análisis de correlación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7640" cy="29552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Integrar pensamiento ético en el análisis de correlación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6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3280" cy="1035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7280" cy="75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7280" cy="75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7280" cy="75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3280" cy="2521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3280" cy="1035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8280" cy="6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59680" cy="18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3915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2026-01-15T16:46:39Z</dcterms:modified>
  <cp:revision>46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