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A788D76-B2EB-4B6D-9B46-1F1039BBAF4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A3A1C99-A042-4DA2-A516-BD5BAA5B48A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6E944C1-0A95-48AD-BD5A-3697F88893E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A00D296-F788-45E0-8E07-6EDF8E49F23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78AA534-E48D-4C1E-8E20-95FB849F7D4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0429B67-A4FF-4B0B-B343-3711B934453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EAE37FF-915A-46B1-B0C5-955326FF6C8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3AED9E3-079F-40E1-BB63-A172459DC40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AD67A7-0E33-4B8B-B43E-441167CD3DC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720" cy="85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720" cy="298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D4CC36D-C55C-4BA8-8EB4-2FE8C436DC9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1EC078A-3104-4B77-9E2D-8918163270F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C9EDD60-6B45-4BC3-BD30-EA161CA8C84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C120ABA-36B7-461F-9A43-9CC493B88CB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8101A21-ECFD-49CA-8669-2C093D5B61C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B705257-7BE3-49CF-A9E6-475BE8C795C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BE80C9F-6D3B-4237-A5F5-A7C9B26C1C5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2BB2EE-7DE5-4841-86A8-3627F7FEFA9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636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58C247-1A12-4986-95E0-36EDBDD3171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9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D573130-F3A9-4B6A-9694-1F081459C3F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720" cy="141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8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0E69DF9-5CB8-4793-BE6C-7B5D8CC0325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B68E60-3E07-404A-9232-A108E944F82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720" cy="85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720" cy="298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DA8B65B-DA51-40C8-B3D9-9D69021B4FE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36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FDB95D9-F8C8-4882-844A-0A96E385DC7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360" cy="85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920" cy="298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4680" cy="38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FC3B2BF-E5B9-4781-9FF6-990B1EA35B8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BF7B299A-66D0-4464-81C8-365D8B5C40E4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45B093C-CBA1-45A7-A7F0-9C487B64771D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7338C62-BC8F-4045-A353-2D5E333876E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2520" cy="387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7CDC759-6315-4B9A-B31D-7291A7F4197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1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6520" cy="216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W03 Sprint I :</a:t>
            </a:r>
            <a:br>
              <a:rPr sz="6000"/>
            </a:br>
            <a:r>
              <a:rPr b="0" lang="en" sz="5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 </a:t>
            </a:r>
            <a:r>
              <a:rPr b="0" lang="en" sz="4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Asegura la calidad de los datos y genera reportes básicos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MX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Preparación/Limpieza de datos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920" cy="19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"/>
          <p:cNvSpPr/>
          <p:nvPr/>
        </p:nvSpPr>
        <p:spPr>
          <a:xfrm>
            <a:off x="144360" y="4612680"/>
            <a:ext cx="1980720" cy="3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fld id="{29F342BD-CC1E-4068-AC77-F13BAE9DD658}" type="datetime5">
              <a:rPr b="0" i="1" lang="es-MX" sz="1400" strike="noStrike" u="none">
                <a:solidFill>
                  <a:srgbClr val="000000"/>
                </a:solidFill>
                <a:effectLst/>
                <a:uFillTx/>
                <a:latin typeface="Verdana"/>
                <a:ea typeface="DejaVu Sans"/>
              </a:rPr>
              <a:t>18 de feb de 2026</a:t>
            </a:fld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920" cy="19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4400" cy="34714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¡Bienvenidos!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240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760" cy="18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2240" cy="185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7"/>
          <p:cNvSpPr/>
          <p:nvPr/>
        </p:nvSpPr>
        <p:spPr>
          <a:xfrm>
            <a:off x="180000" y="540000"/>
            <a:ext cx="8454600" cy="19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Google Shape;49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040" cy="1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"/>
          <p:cNvSpPr/>
          <p:nvPr/>
        </p:nvSpPr>
        <p:spPr>
          <a:xfrm>
            <a:off x="288000" y="1944000"/>
            <a:ext cx="197460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2664000" y="1944000"/>
            <a:ext cx="197460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2664000" y="1944360"/>
            <a:ext cx="197460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4968000" y="1944720"/>
            <a:ext cx="197460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6948000" y="1945080"/>
            <a:ext cx="197460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🎉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subTitle"/>
          </p:nvPr>
        </p:nvSpPr>
        <p:spPr>
          <a:xfrm>
            <a:off x="152280" y="1573560"/>
            <a:ext cx="8516520" cy="35380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👋 Bienvenida  (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10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🔍👩‍💻 Repaso del proyecto en plataforma (15 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📊🧹 </a:t>
            </a:r>
            <a:r>
              <a:rPr b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MexStay dataset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🏕️🏖️ (60 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Cierre y siguientes pasos (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5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920" cy="19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6520" cy="10382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213;p33"/>
          <p:cNvSpPr/>
          <p:nvPr/>
        </p:nvSpPr>
        <p:spPr>
          <a:xfrm>
            <a:off x="228600" y="1952280"/>
            <a:ext cx="2720880" cy="29584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Aplicar técnicas para limpieza de datos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214;p33"/>
          <p:cNvSpPr/>
          <p:nvPr/>
        </p:nvSpPr>
        <p:spPr>
          <a:xfrm>
            <a:off x="3209400" y="1952280"/>
            <a:ext cx="2720880" cy="29584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Calcular estadísticas de interés sobre datos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215;p33"/>
          <p:cNvSpPr/>
          <p:nvPr/>
        </p:nvSpPr>
        <p:spPr>
          <a:xfrm>
            <a:off x="6190560" y="1952280"/>
            <a:ext cx="2720880" cy="295848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Descubrir </a:t>
            </a:r>
            <a:r>
              <a:rPr b="0" i="1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insights</a:t>
            </a: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de interés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920" cy="19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180000" y="579240"/>
            <a:ext cx="8516520" cy="10382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0520" cy="756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0520" cy="756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0520" cy="756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6520" cy="2524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Veamos!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0" name="Google Shape;235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720" cy="187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6520" cy="10382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1520" cy="641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3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2920" cy="190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2866</TotalTime>
  <Application>LibreOffice/25.8.3.2$Windows_X86_64 LibreOffice_project/8ca8d55c161d602844f5428fa4b58097424e324e</Application>
  <AppVersion>15.0000</AppVersion>
  <Words>1959</Words>
  <Paragraphs>195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2026-02-19T17:32:43Z</dcterms:modified>
  <cp:revision>34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35</vt:i4>
  </property>
  <property fmtid="{D5CDD505-2E9C-101B-9397-08002B2CF9AE}" pid="3" name="Notes">
    <vt:i4>51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51</vt:i4>
  </property>
</Properties>
</file>