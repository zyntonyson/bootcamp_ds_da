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76CBCF-DA87-41E0-B69E-6B97C18CD0F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C5B5D1-74BA-41BB-8E7A-D0D64DB94C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E886B4-3394-4C54-B56B-7E76E2FE78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B08A80-3203-4A37-8E78-B75F86CB54B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1D87F0-FE5D-4684-8AE7-35F7F95A893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970E1B-DE8C-4DF6-8980-F087DE7123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62C904-5F39-4148-B22E-ABCB49D90D8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FE41A5-21E5-4A75-BD98-2123ABFDD6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45E6A2-7DEE-44EF-87B5-228E276262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26270C-5486-4A80-867C-8F05B3D72CF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C84A9C-E5CA-4668-BEB5-D258D291D5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03A413-E683-4672-A2FE-809D84DADF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D26B68-283C-4D5F-890B-4C51B7C376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C70472-AE21-4086-B7DE-9C036FBEED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0A168A-3A3B-4466-A7BB-437909A70F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CB6D23-EDC5-44B0-86E4-64DE04917B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CF2F20-3023-429A-B691-F63B64A29D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157197-2315-4971-8ED0-B8691126D5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1A5C7A-B74E-4FE4-AC17-B6FE70137D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2B16A7-BA08-4455-B16E-300768E80D1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3C5745-78A8-447D-BC7E-8EC8DAC9C9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01A17E-F0A5-40A9-AB9D-86596304E2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CEA48E-1556-4D78-92EA-BF8FA8F7E1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FD7B51-70AD-4170-8338-9B17DA7A67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A58537E-B936-40EB-948B-4873DB88A11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14184F9-9163-4353-8EFF-888FBD45FB7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F81C71-AB06-4865-BFF0-AB67347EF3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D51037-EBAF-43EE-AB4C-13A55DCC00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240" cy="21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W02 Sprint I 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Asegura la calidad de los datos y genera reportes básicos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Continuación de proyecto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14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0AF89BE0-8296-4C5E-BF16-1708B050A7EE}" type="datetime5">
              <a:rPr b="0" i="1" lang="es-MX" sz="14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16 de ene de 2026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3472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960" cy="185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5320" cy="19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7240" cy="3538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📊 Repaso de conceptos importantes (10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🔍👩‍💻 Repaso del proyecto en plataforma (15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📊🧹 </a:t>
            </a:r>
            <a:r>
              <a:rPr b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Taylor Swift dataset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👱‍♀️💃 (continuación)(60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y siguientes pasos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3472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algunos conceptos importantes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Aplicar técnicas para limpieza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Calcular estadísticas de interés sobre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Descubrir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insights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interés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240" cy="2525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Veamos!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240" cy="64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2453</TotalTime>
  <Application>LibreOffice/25.8.3.2$Windows_X86_64 LibreOffice_project/8ca8d55c161d602844f5428fa4b58097424e324e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2026-01-16T19:53:40Z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