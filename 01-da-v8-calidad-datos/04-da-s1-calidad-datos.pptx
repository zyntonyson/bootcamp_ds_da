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9B7B4C-5B2D-43C3-B6A9-36BE70580F6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04BBB5-3F84-4D14-8DFF-6D64B1C5FD5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9D4BFA-69BA-416F-ACE7-7D237986A96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CB82CB-1A49-4479-9056-6C042B03695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19D898-775B-4C65-9F25-871DF4D5C28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FD7233-971C-4219-A950-F0CA5208F4D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6A060D-64CF-4744-8BFF-444A635D10B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B247E3-D791-42DD-94D9-4C777997050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D43F25-62F5-494E-9D48-455CB395961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FFAB45-B37D-49CB-BC91-728FECD8996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21EDCA-187B-4600-B946-4E4D6227472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7EF48B-278B-4C59-B77F-317EE1E7AFC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CB7E9C-C52A-4D2C-B254-C460F781B80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FDBE7D-E166-4A43-BFD7-F447F1CA231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DDAB00-2167-4059-BBA3-A44128A0E46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F7E331-8FDE-4AA5-91B8-09AB89D3624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2FCFC6-BC0E-42D3-A669-BD86D68C600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1101B7-0F93-4F96-9FCD-860A95B7958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7404FA-3BA2-465D-8922-E8762321370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8F62CD-C730-4F1A-BF93-469C3A50CD6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A4D596-8A25-4318-94FB-364C053D3F2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D89F66-2116-42B3-94C2-4D6FCA8E342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B54D6C-1E6B-44B6-8536-5B7C2321E58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7A789A-E352-4110-81A1-2A8C7C37087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458C2734-E0A9-4591-AF83-EB3D862CFFE4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5D943E3-6C91-4D2E-BA3B-97FBC57E06B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0E443C-E622-426E-A404-9449C9775FB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8830BD-1A25-4FE4-8B55-A1542154585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6880" cy="216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W02 Sprint I :</a:t>
            </a:r>
            <a:br>
              <a:rPr sz="6000"/>
            </a:b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r>
              <a:rPr b="0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Asegura la calidad de los datos y genera reportes básicos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Continuación de proyecto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144360" y="4612680"/>
            <a:ext cx="198108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fld id="{6BE18E39-3747-439A-9E89-14EB67DEB253}" type="datetime5">
              <a:rPr b="0" i="1" lang="es-MX" sz="1400" strike="noStrike" u="none">
                <a:solidFill>
                  <a:srgbClr val="000000"/>
                </a:solidFill>
                <a:effectLst/>
                <a:uFillTx/>
                <a:latin typeface="Verdana"/>
                <a:ea typeface="DejaVu Sans"/>
              </a:rPr>
              <a:t>18 de feb de 2026</a:t>
            </a:fld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760" cy="3471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¡Bienvenidos!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240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600" cy="185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7"/>
          <p:cNvSpPr/>
          <p:nvPr/>
        </p:nvSpPr>
        <p:spPr>
          <a:xfrm>
            <a:off x="180000" y="540000"/>
            <a:ext cx="8454960" cy="19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288000" y="1944000"/>
            <a:ext cx="19749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2664000" y="1944000"/>
            <a:ext cx="197496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664000" y="1944360"/>
            <a:ext cx="197496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968000" y="1944720"/>
            <a:ext cx="19749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948000" y="1945080"/>
            <a:ext cx="19749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ubTitle"/>
          </p:nvPr>
        </p:nvSpPr>
        <p:spPr>
          <a:xfrm>
            <a:off x="152280" y="1573560"/>
            <a:ext cx="8516880" cy="3538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👋 Bienvenida 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10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🔍👩‍💻 Repaso del proyecto en plataforma (15 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📊🧹 </a:t>
            </a:r>
            <a:r>
              <a:rPr b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Accidentes viales dataset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🚧 (60 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Cierre y siguientes pasos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5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880" cy="1038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213;p33"/>
          <p:cNvSpPr/>
          <p:nvPr/>
        </p:nvSpPr>
        <p:spPr>
          <a:xfrm>
            <a:off x="228600" y="1952280"/>
            <a:ext cx="2721240" cy="29588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Aplicar técnicas para limpieza de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214;p33"/>
          <p:cNvSpPr/>
          <p:nvPr/>
        </p:nvSpPr>
        <p:spPr>
          <a:xfrm>
            <a:off x="3209400" y="1952280"/>
            <a:ext cx="2721240" cy="29588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Calcular estadísticas de interés sobre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5;p33"/>
          <p:cNvSpPr/>
          <p:nvPr/>
        </p:nvSpPr>
        <p:spPr>
          <a:xfrm>
            <a:off x="6190560" y="1952280"/>
            <a:ext cx="2721240" cy="29588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Descubrir </a:t>
            </a:r>
            <a:r>
              <a:rPr b="0" i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insights</a:t>
            </a: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 interés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80000" y="579240"/>
            <a:ext cx="8516880" cy="1038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0880" cy="75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0880" cy="75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0880" cy="757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6880" cy="2524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Veamos!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235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88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6880" cy="1038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1880" cy="64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2455</TotalTime>
  <Application>LibreOffice/25.8.3.2$Windows_X86_64 LibreOffice_project/8ca8d55c161d602844f5428fa4b58097424e324e</Application>
  <AppVersion>15.0000</AppVersion>
  <Words>1959</Words>
  <Paragraphs>195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2026-02-18T17:22:48Z</dcterms:modified>
  <cp:revision>32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51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51</vt:i4>
  </property>
</Properties>
</file>