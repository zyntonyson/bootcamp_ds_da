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8.png" ContentType="image/png"/>
  <Override PartName="/ppt/media/image3.png" ContentType="image/png"/>
  <Override PartName="/ppt/media/image2.jpeg" ContentType="image/jpe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9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_rels/slide22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1F1057-AFC0-4D79-A772-AE755CF5949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1800A4-167A-47C2-9A6B-50A300A7994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D891F0-C326-4084-BB09-D1A396EFF2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AAA934-CD69-4E76-8D56-020F936FA4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E4CE12-09C7-47B3-B03D-620F2EC5E0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B55ADC-D7AC-4304-B6D3-7E54D3D450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917F7C-5416-45E5-A525-F1E47F8833F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6817D9-ADBA-4238-B1BB-CAA0DC1A809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1B06B5-94CF-4B72-8F49-F4E55724116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42F2D8-6BA8-467C-97BE-C07F117E928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CBBDC5-E28E-4306-958B-EF80275D33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C5B0BA-A711-4AD1-AFC5-E4F7AF6907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7B81F5-ABAD-4DDE-8504-45646CB3EF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62C955-3225-45F2-B21B-5C4E8FAE37B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FC44F0-C0D4-4349-9CD9-803BAD58C0E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4A61E7-D08E-4CFF-8749-F05B6969D2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772D24-69E4-4EAE-944D-503E175E45F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3DA473-6CD8-4743-89DA-AE73AEE1E7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B8F392-F46C-4958-B8EC-F8028EBCBBC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B85AD9-DF10-46C5-9CFE-4FE0DF270E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CCD2D4-2EB9-45D0-8129-592065DF74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C45782-6CCA-486A-955E-4AE53C03E23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03269C-D131-4EC5-8D02-FF2344A0AEE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2C8E4F-0B40-471A-81AF-ACB6F3F50D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AC487125-9904-4721-84A0-CE244FB0F7F6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B9D4463-9413-442E-AF15-97067311B55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D6014B-1235-4BEC-A98D-7EE0CE0DDD6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B22067-8420-4E8E-AD53-9D47421246A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960" cy="216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Sesión 1: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Asegura la calidad de los datos y genera reportes básicos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conceptos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21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6C328819-3B9D-4EAE-AD58-C467AA9E3990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17 de dic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3472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680" cy="185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6040" cy="18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60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60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60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6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8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Sobre mi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180000" y="3922560"/>
            <a:ext cx="5390280" cy="11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Román Castillo Casanova</a:t>
            </a:r>
            <a:br>
              <a:rPr sz="3200"/>
            </a:b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Tutor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 descr=""/>
          <p:cNvPicPr/>
          <p:nvPr/>
        </p:nvPicPr>
        <p:blipFill>
          <a:blip r:embed="rId2"/>
          <a:stretch/>
        </p:blipFill>
        <p:spPr>
          <a:xfrm>
            <a:off x="5243760" y="720000"/>
            <a:ext cx="3372120" cy="337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240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3472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Y ahora, ¿tú eres? 🫡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7960" cy="3539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(5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📊 Repaso de conceptos importantes (30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📊🧹 Conceptos de limpieza de datos (80 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Ejemplo práctico: Taylor Swift dataset 👱‍♀️💃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213;p33"/>
          <p:cNvSpPr/>
          <p:nvPr/>
        </p:nvSpPr>
        <p:spPr>
          <a:xfrm>
            <a:off x="22860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el papel que juega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214;p33"/>
          <p:cNvSpPr/>
          <p:nvPr/>
        </p:nvSpPr>
        <p:spPr>
          <a:xfrm>
            <a:off x="320940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Describir el proceso de trabajo de un Data Analyst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15;p33"/>
          <p:cNvSpPr/>
          <p:nvPr/>
        </p:nvSpPr>
        <p:spPr>
          <a:xfrm>
            <a:off x="6190560" y="1952280"/>
            <a:ext cx="2722320" cy="29599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Aplicar los conceptos en un ejemplo práctico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1960" cy="75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3472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algunos conceptos importantes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89;p30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8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Contenido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1404000" y="1185120"/>
            <a:ext cx="8638920" cy="42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Asegura la calidad de los datos y genera reportes básicos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2: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Transforma datos para insights de negocio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3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KPIs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4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Analiza journeys de usuarios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5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Prepara y estructura datos con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6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Análisis estadístico para detectar patrones y outliers (Proyecto 1)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7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Curso de preparación de carrera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8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las conexiones de datos con correlaciones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9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Valida hipótesis de negocio con pruebas estadísticas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10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Construye historias visuales claras con gráficos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11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Crea dashboards interactivos para stakeholders (Proyecto 2)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12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Proyecto final 🚀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07;p 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4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Ayudas en tu curso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540000" y="1800000"/>
            <a:ext cx="79192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Plataforma Tripleten con ejercicios que te guian paso a paso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Asistente de IA DOT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Webinars semales guiados por el tutor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Discord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Hilos de preguntas y respuestas de la comunidad Tripleten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Canal de audio para aprendizaje colaborativo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Sesiones 1:1 con tu tutor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240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2649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br>
              <a:rPr sz="6000"/>
            </a:b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7960" cy="4105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Discord es nuestro espacio central de comunicación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Habrá diferentes canales: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#da-info-cohort-##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anuncios y noticias.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#da-community-cohort-##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discusión general.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DA_CONSULTA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#preguntas-de-teoria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ejrcicios/contenido de la plataforma.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#preguntas-de-proyecto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proyectos (etiquetando tutor y @Dataconsulta).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#DATA-CO-LEARNING: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sesiones en vivo para QA.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7960" cy="4105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Normas de etiqueta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Sé claro al formular tu duda (contexto, error, captura si aplica).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títulos o tags en tus mensajes ([Excel], [Python], [Dashboard]).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Respeta los tiempos: los tutores responden en horas de oficina.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Fomenta el apoyo entre pares: si sabes la respuesta, ¡apóyate con tus compañeros!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240;p 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2649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07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4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🧑‍💻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110;p 3"/>
          <p:cNvSpPr/>
          <p:nvPr/>
        </p:nvSpPr>
        <p:spPr>
          <a:xfrm>
            <a:off x="4675320" y="1260000"/>
            <a:ext cx="4144680" cy="36536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Tenemos dos webinars semanales donde revisaremos contenido del sprints, resolveremos dudas, ejercicios extras (90 a 120 min).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Nuestras sesiones están programadas para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Martes 8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Viernes  8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2"/>
          <a:stretch/>
        </p:blipFill>
        <p:spPr>
          <a:xfrm>
            <a:off x="180000" y="1620360"/>
            <a:ext cx="4319280" cy="287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07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4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10;p 1"/>
          <p:cNvSpPr/>
          <p:nvPr/>
        </p:nvSpPr>
        <p:spPr>
          <a:xfrm>
            <a:off x="4674600" y="1490760"/>
            <a:ext cx="4239360" cy="342288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Recomendaciones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la aplicación de escritorio o móvil para conectarte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posible, ponte en un lugar que te permita estar atento y sin distracciones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Nombre identificable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Llevantar mano y reacciones para intervenir.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Siempre sé  respetouso a tus compañeros, nuestros comentarios que estén orientados a edificar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Mantén una actitud colaborativa.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" descr=""/>
          <p:cNvPicPr/>
          <p:nvPr/>
        </p:nvPicPr>
        <p:blipFill>
          <a:blip r:embed="rId2"/>
          <a:stretch/>
        </p:blipFill>
        <p:spPr>
          <a:xfrm>
            <a:off x="179640" y="1800000"/>
            <a:ext cx="4319280" cy="287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240;p 7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2649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1:1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07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4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1:1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110;p 5"/>
          <p:cNvSpPr/>
          <p:nvPr/>
        </p:nvSpPr>
        <p:spPr>
          <a:xfrm>
            <a:off x="4674600" y="1490760"/>
            <a:ext cx="4239360" cy="342288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Puedes programar sesiones 1:1 conmigo ya sea para revisar tu dudas , inquietudes sobre el curso, el quehacer del analísta de dato.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Para asegurar disponibilidad para todos tienes acceso a una sesión 1:1 por sprint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2"/>
          <a:stretch/>
        </p:blipFill>
        <p:spPr>
          <a:xfrm>
            <a:off x="179640" y="1764000"/>
            <a:ext cx="4319280" cy="287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960" cy="2525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¡Veamos como programar una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235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240;p 8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7056000" cy="2649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Recomendaciones</a:t>
            </a:r>
            <a:endParaRPr b="0" lang="es-MX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07;p 7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14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Recomendaciones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110;p 6"/>
          <p:cNvSpPr/>
          <p:nvPr/>
        </p:nvSpPr>
        <p:spPr>
          <a:xfrm>
            <a:off x="4674600" y="1490760"/>
            <a:ext cx="4239360" cy="342288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 fija un espacio para estudiar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Toma notas significativas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Práctica inmediatamente tras la teoria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esperes a estar bloqueado días. Si surge una duda → escríbela en Discord.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Si llevas &gt;20 minutos atascado, pregunta.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504720" y="2106720"/>
            <a:ext cx="3935880" cy="221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960" cy="103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960" cy="64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1759</TotalTime>
  <Application>LibreOffice/25.8.3.2$Windows_X86_64 LibreOffice_project/8ca8d55c161d602844f5428fa4b58097424e324e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2025-12-17T14:42:24Z</dcterms:modified>
  <cp:revision>28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