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Masters/slideMaster26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5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9.xml.rels" ContentType="application/vnd.openxmlformats-package.relationships+xml"/>
  <Override PartName="/ppt/slides/_rels/slide12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76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2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98532F8-1B09-4954-BDD6-BF4FEC7C766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52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99CB0C3-E1E2-4F63-94B1-DD3FB9618F7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16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4A63A56-EEFA-448C-9E8A-D5BDF21E1AA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83F317F-624F-4BBB-BB5F-ECABB56A835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F09A688-74E6-41E7-978D-82A46C29C7F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D49F6F9-5C94-4364-8018-7CCC66BFA94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B6E2274-6CAE-4453-A6F0-D754B50012D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3D7ABB3-20EE-466E-AB41-C170DD4584F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16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D279D27-6619-4898-BC1F-17310FAEC8F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16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16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CE94F81-CFD5-4AEE-826C-D63DA8DC682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725595B-3873-40FB-9D9C-697E100ECED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8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37D8C2D-434C-43EF-B412-65EB082D5A7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4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5385931-3FEF-49C1-9A63-882004D73F9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52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5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DE96F43-7764-434A-A9C3-9C504F88DEB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terminado 6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16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87F09E3-22E1-453C-8B45-39D7F134370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terminado 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D3559BC-36CC-465F-A6E0-C3FB94057BD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Predeterminado 8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3D4EEB4-6A1F-452B-87DE-4DC71BDFE83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ACE9FD7-E67C-477E-802E-2C229995D12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Predeterminado 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5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C57FEAF-ACF6-4482-8F00-930FAE97B8B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Predeterminado 1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62993D9-7EC3-49F0-964B-EC65F8D5886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Predetermin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16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282C84B-6D91-4E31-8814-D3B8E52FFD4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Predeterminado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16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16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DD088AA-D4AD-4F57-920B-48128B3A333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Predeterminado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6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A4F3061-4CB7-49EF-8706-FA78D41159C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8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D1CE519-2343-42A6-B264-17D7609E2B1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271F9411-6F25-4658-A051-067E94D9F042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CE445189-1958-4D39-B806-026998E7272A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2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sldNum" idx="25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86B664B-5623-47AB-A991-0C0ADBFEAE6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sldNum" idx="26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AD1F777-BACB-45F0-8A06-78382DA42AC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1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1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8320" cy="216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Sesión 1:</a:t>
            </a:r>
            <a:br>
              <a:rPr sz="6000"/>
            </a:br>
            <a:r>
              <a:rPr b="0" lang="en" sz="54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 </a:t>
            </a:r>
            <a:r>
              <a:rPr b="0" lang="en" sz="44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Asegura la calidad de los datos y genera reportes básicos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MX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Revisión de conceptos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5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720" cy="19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"/>
          <p:cNvSpPr/>
          <p:nvPr/>
        </p:nvSpPr>
        <p:spPr>
          <a:xfrm>
            <a:off x="144360" y="4612680"/>
            <a:ext cx="198252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fld id="{06971679-6D4F-4690-9E0B-512517056D58}" type="datetime5">
              <a:rPr b="0" i="1" lang="es-MX" sz="1500" strike="noStrike" u="none">
                <a:solidFill>
                  <a:srgbClr val="000000"/>
                </a:solidFill>
                <a:effectLst/>
                <a:uFillTx/>
                <a:latin typeface="Verdana"/>
                <a:ea typeface="DejaVu Sans"/>
              </a:rPr>
              <a:t>2 de oct de 2025</a:t>
            </a:fld>
            <a:endParaRPr b="0" lang="es-MX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240;p3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720" cy="19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6200" cy="34732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¡Bienvenidos!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240;p 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56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4040" cy="185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Midamos los ánimos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7"/>
          <p:cNvSpPr/>
          <p:nvPr/>
        </p:nvSpPr>
        <p:spPr>
          <a:xfrm>
            <a:off x="180000" y="540000"/>
            <a:ext cx="8456400" cy="180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¿Cómo llegas hoy a la sesión?</a:t>
            </a:r>
            <a:br>
              <a:rPr sz="3200"/>
            </a:br>
            <a:r>
              <a:rPr b="0" lang="en" sz="26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Reacciona en la llamada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2" name="Google Shape;49;p 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1840" cy="18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"/>
          <p:cNvSpPr/>
          <p:nvPr/>
        </p:nvSpPr>
        <p:spPr>
          <a:xfrm>
            <a:off x="288000" y="1944000"/>
            <a:ext cx="197640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👏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Emocionado con el tema de hoy, ya lo conocía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"/>
          <p:cNvSpPr/>
          <p:nvPr/>
        </p:nvSpPr>
        <p:spPr>
          <a:xfrm>
            <a:off x="2664000" y="1944000"/>
            <a:ext cx="197640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"/>
          <p:cNvSpPr/>
          <p:nvPr/>
        </p:nvSpPr>
        <p:spPr>
          <a:xfrm>
            <a:off x="2664000" y="1944360"/>
            <a:ext cx="197640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"/>
          <p:cNvSpPr/>
          <p:nvPr/>
        </p:nvSpPr>
        <p:spPr>
          <a:xfrm>
            <a:off x="4968000" y="1944720"/>
            <a:ext cx="197640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😮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y hoy deseo aclarar mis dudas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"/>
          <p:cNvSpPr/>
          <p:nvPr/>
        </p:nvSpPr>
        <p:spPr>
          <a:xfrm>
            <a:off x="6948000" y="1945080"/>
            <a:ext cx="197640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🎉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Apenas voy comenzando el tema y es nuevo para mi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subTitle"/>
          </p:nvPr>
        </p:nvSpPr>
        <p:spPr>
          <a:xfrm>
            <a:off x="152280" y="1573560"/>
            <a:ext cx="8518320" cy="35398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👋 Bienvenida  (</a:t>
            </a:r>
            <a:r>
              <a:rPr b="0" i="1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10 min</a:t>
            </a: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📊 Repaso de conceptos importantes (15</a:t>
            </a:r>
            <a:r>
              <a:rPr b="0" i="1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 min</a:t>
            </a: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🧑‍💻👩‍💻 Papel del analista de datos (10 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 📊🧹 Conceptos de limpieza de datos (60 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Ejemplo práctico: Taylor Swift dataset 👱‍♀️💃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Cierre y siguientes pasos (</a:t>
            </a:r>
            <a:r>
              <a:rPr b="0" i="1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5 min</a:t>
            </a: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9" name="Google Shape;49;p1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720" cy="19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0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8320" cy="10400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240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720" cy="19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6200" cy="34732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Repasemos algunos conceptos importantes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8320" cy="25261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Publicaciones en Discord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4" name="Google Shape;235;p 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520" cy="189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49;p 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720" cy="19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8320" cy="10400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Discord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7" name="" descr=""/>
          <p:cNvPicPr/>
          <p:nvPr/>
        </p:nvPicPr>
        <p:blipFill>
          <a:blip r:embed="rId2"/>
          <a:stretch/>
        </p:blipFill>
        <p:spPr>
          <a:xfrm>
            <a:off x="720000" y="1289160"/>
            <a:ext cx="7544160" cy="3390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49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720" cy="19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8320" cy="10400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Discord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0" name="" descr=""/>
          <p:cNvPicPr/>
          <p:nvPr/>
        </p:nvPicPr>
        <p:blipFill>
          <a:blip r:embed="rId2"/>
          <a:stretch/>
        </p:blipFill>
        <p:spPr>
          <a:xfrm>
            <a:off x="2457000" y="1080"/>
            <a:ext cx="4239360" cy="5143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213;p33"/>
          <p:cNvSpPr/>
          <p:nvPr/>
        </p:nvSpPr>
        <p:spPr>
          <a:xfrm>
            <a:off x="228600" y="1952280"/>
            <a:ext cx="2722680" cy="296028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Conocer el papel que juega un Data Analyst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Google Shape;214;p33"/>
          <p:cNvSpPr/>
          <p:nvPr/>
        </p:nvSpPr>
        <p:spPr>
          <a:xfrm>
            <a:off x="3209400" y="1952280"/>
            <a:ext cx="2722680" cy="296028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Describir el proceso de trabajo de un Data Analyst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Google Shape;215;p33"/>
          <p:cNvSpPr/>
          <p:nvPr/>
        </p:nvSpPr>
        <p:spPr>
          <a:xfrm>
            <a:off x="6190560" y="1952280"/>
            <a:ext cx="2722680" cy="296028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Aplicar los conceptos en un ejemplo práctico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4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720" cy="19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180000" y="579240"/>
            <a:ext cx="8518320" cy="10400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Objetivo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6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72320" cy="758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7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72320" cy="758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8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72320" cy="758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8320" cy="25261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Veamos!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0" name="Google Shape;235;p 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520" cy="189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8320" cy="10400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2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3320" cy="642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3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4720" cy="192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1641</TotalTime>
  <Application>LibreOffice/25.8.0.4$Windows_X86_64 LibreOffice_project/48f00303701489684e67c38c28aff00cd5929e67</Application>
  <AppVersion>15.0000</AppVersion>
  <Words>1959</Words>
  <Paragraphs>195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2025-10-02T16:35:22Z</dcterms:modified>
  <cp:revision>25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35</vt:i4>
  </property>
  <property fmtid="{D5CDD505-2E9C-101B-9397-08002B2CF9AE}" pid="3" name="Notes">
    <vt:i4>51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51</vt:i4>
  </property>
</Properties>
</file>