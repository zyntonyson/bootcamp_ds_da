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_rels/slide22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09D190-7A67-400D-A677-FD24EF91E8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943DA9-FB74-4C6C-98A0-4259CC15CC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22A48E-05F4-437A-BE60-88B41E1B8DE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EF4D4D-8056-45BE-A67D-BA07740DEC4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018CAF-64EC-4DE2-9FF4-BC984D3A4FE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840C8F-3C65-421C-A726-9C33E85578C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7C20A9-89A7-4C05-ADD1-51F7A0B8103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43622E-4230-4903-A56A-D99D5CD842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A9E8D7-A7C6-451D-8FA1-A4B63857716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1A5D5B-B372-4E25-A381-D59FFA417F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42E689-45B0-4168-8BAD-85623FF91E8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373EC3-EB7F-470A-8268-4078EF0063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801900-0667-408B-9309-1776433306B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805266-00F6-44ED-B147-B9334478156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E86820-50BA-48AD-BC46-4D6D001965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4F1A7A-724A-4322-AAA2-708474763E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523AB4-D68F-4118-9B5A-987B9D14A05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08F252-E2F6-4F30-ABE5-66D2AD919A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247CDC-C6DE-4CDB-9DA1-2665CEDCB1F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2859C1-15C9-4DBD-80FE-8518A28D796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2B89BE-F5F8-40F4-B0F2-F03DE2E39F6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CD7199-2130-411A-87B4-A717B0178C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17F38C-F94E-48A4-97B4-EECFC3DAE0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F84B80-13AA-4883-8BE9-E67B81E055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1D0D97F1-64F6-4A38-845C-2BAA9CD09791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073071-1C0D-4100-960C-A6CC530F920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680" cy="216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Sesión 1: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Asegura la calidad de los datos y genera reportes básicos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"/>
          <p:cNvSpPr/>
          <p:nvPr/>
        </p:nvSpPr>
        <p:spPr>
          <a:xfrm>
            <a:off x="144360" y="4612680"/>
            <a:ext cx="198288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F80CBAAA-22F7-476D-86A3-B11EF05FC4CF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29 de sep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347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ubTitle"/>
          </p:nvPr>
        </p:nvSpPr>
        <p:spPr>
          <a:xfrm>
            <a:off x="152280" y="1465560"/>
            <a:ext cx="8518680" cy="3540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y presentación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📊 Rol del  analista de datos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20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📚 Responsabilidades y límites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⚙️ Herramientas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✅ Flujo de trabajo y ecosistema profesional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Ejercicio práctico guiado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213;p33"/>
          <p:cNvSpPr/>
          <p:nvPr/>
        </p:nvSpPr>
        <p:spPr>
          <a:xfrm>
            <a:off x="2286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el papel que juega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214;p33"/>
          <p:cNvSpPr/>
          <p:nvPr/>
        </p:nvSpPr>
        <p:spPr>
          <a:xfrm>
            <a:off x="32094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Describir el proceso de trabajo de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215;p33"/>
          <p:cNvSpPr/>
          <p:nvPr/>
        </p:nvSpPr>
        <p:spPr>
          <a:xfrm>
            <a:off x="619056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Aplicar los conceptos en un ejemplo práctico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347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hace una analista de datos?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07;p2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4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📊 El boom de los datos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09;p 2"/>
          <p:cNvSpPr/>
          <p:nvPr/>
        </p:nvSpPr>
        <p:spPr>
          <a:xfrm>
            <a:off x="228600" y="1490760"/>
            <a:ext cx="4240080" cy="3423600"/>
          </a:xfrm>
          <a:prstGeom prst="roundRect">
            <a:avLst>
              <a:gd name="adj" fmla="val 498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10;p 2"/>
          <p:cNvSpPr/>
          <p:nvPr/>
        </p:nvSpPr>
        <p:spPr>
          <a:xfrm>
            <a:off x="4674600" y="1490760"/>
            <a:ext cx="424008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Vivimos en la era de los datos: cada interacción digital genera información valiosa. 🌍 Hoy, las empresas necesitan aprovechar esos datos para decidir mejor, innovar y crecer. Por eso, la demanda de profesionales en Data Analytics y Data Science 🚀 es una de las más altas del mercado.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07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2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36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👩‍💻Roles en el mundo de los datos🧑‍💻</a:t>
            </a:r>
            <a:br>
              <a:rPr sz="3600"/>
            </a:b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2"/>
          <a:srcRect l="0" t="24278" r="0" b="2229"/>
          <a:stretch/>
        </p:blipFill>
        <p:spPr>
          <a:xfrm>
            <a:off x="745200" y="1080360"/>
            <a:ext cx="7714440" cy="37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49;p2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hace un analista de datos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51;p 2"/>
          <p:cNvSpPr/>
          <p:nvPr/>
        </p:nvSpPr>
        <p:spPr>
          <a:xfrm>
            <a:off x="22860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Recolecta y limpia información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Antes de analizar, los datos deben estar listos. Por ejemplo: quitar registros duplicados o corregir fechas mal escritas en una base de clientes.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52;p 2"/>
          <p:cNvSpPr/>
          <p:nvPr/>
        </p:nvSpPr>
        <p:spPr>
          <a:xfrm>
            <a:off x="244620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Define métricas y KPIs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Decide qué medir para saber si vamos bien o mal. Ejemplo: en una tienda online, definir tasa de conversión = (ventas / visitas).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53;p 2"/>
          <p:cNvSpPr/>
          <p:nvPr/>
        </p:nvSpPr>
        <p:spPr>
          <a:xfrm>
            <a:off x="463824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Comunica hallazgos con storytelling ✨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solo muestra números, sino que cuenta una historia. Ejemplo: explicar cómo las ventas subieron después de una campaña en redes.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54;p 2"/>
          <p:cNvSpPr/>
          <p:nvPr/>
        </p:nvSpPr>
        <p:spPr>
          <a:xfrm>
            <a:off x="683064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Convierte datos → decisiones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El objetivo final: que el negocio actúe con base en evidencia. Ejemplo: recomendar invertir más en el canal que trae más clientes recurrentes.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240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347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funciona el bootcamp?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89;p30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Contenido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1404000" y="1185120"/>
            <a:ext cx="8639640" cy="39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Asegura la calidad de los datos y genera reportes básicos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2: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Transforma datos para insights de negocio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3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KPIs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4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Analiza journeys de usuarios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5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Prepara y estructura datos con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6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Análisis estadístico para detectar patrones y outliers (Proyecto 1)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7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Curso de preparación de carrera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8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las conexiones de datos con correlaciones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9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Valida hipótesis de negocio con pruebas estadísticas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10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Construye historias visuales claras con gráficos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11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Crea dashboards interactivos para stakeholders (Proyecto 2)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12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Proyecto final 🚀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¡Echemos ojo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8" name="Google Shape;235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herramientas necesito?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51;p 3"/>
          <p:cNvSpPr/>
          <p:nvPr/>
        </p:nvSpPr>
        <p:spPr>
          <a:xfrm>
            <a:off x="18000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Aqui no estaremos conectando en las diferentes sesiones. Te recomiendo instalar la aplicación de escritorio o  la movil en vez de usar la versión del navegador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52;p 3"/>
          <p:cNvSpPr/>
          <p:nvPr/>
        </p:nvSpPr>
        <p:spPr>
          <a:xfrm>
            <a:off x="244620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Principal canal de comunicación de texto/audio. Aqui podrás dejar tus preguntas, compartir inquietudes y convivir con el equipo de tripleten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53;p 3"/>
          <p:cNvSpPr/>
          <p:nvPr/>
        </p:nvSpPr>
        <p:spPr>
          <a:xfrm>
            <a:off x="463824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es obligatorio pero estaremos trabajando con muchos recursos de la nube de google. Es una herramienta muy útil para gestionar todo el material que irás generando en el curso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54;p 3"/>
          <p:cNvSpPr/>
          <p:nvPr/>
        </p:nvSpPr>
        <p:spPr>
          <a:xfrm>
            <a:off x="6830640" y="1490760"/>
            <a:ext cx="208404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Ambiente interactivo para ejecutar python, usa recursos computacionales de google de forma gratuita.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2"/>
          <a:stretch/>
        </p:blipFill>
        <p:spPr>
          <a:xfrm>
            <a:off x="407520" y="1620000"/>
            <a:ext cx="1572120" cy="48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3"/>
          <a:stretch/>
        </p:blipFill>
        <p:spPr>
          <a:xfrm>
            <a:off x="4860000" y="1620000"/>
            <a:ext cx="146052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" descr=""/>
          <p:cNvPicPr/>
          <p:nvPr/>
        </p:nvPicPr>
        <p:blipFill>
          <a:blip r:embed="rId4"/>
          <a:stretch/>
        </p:blipFill>
        <p:spPr>
          <a:xfrm>
            <a:off x="2618640" y="1383120"/>
            <a:ext cx="1701000" cy="95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 descr=""/>
          <p:cNvPicPr/>
          <p:nvPr/>
        </p:nvPicPr>
        <p:blipFill>
          <a:blip r:embed="rId5"/>
          <a:stretch/>
        </p:blipFill>
        <p:spPr>
          <a:xfrm>
            <a:off x="7427160" y="1595160"/>
            <a:ext cx="672480" cy="384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br>
              <a:rPr sz="6000"/>
            </a:b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8680" cy="4105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Discord es nuestro espacio central de comunicación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Habrá diferentes canales: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#da-info-cohort-##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anuncios y noticias.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#da-community-cohort-##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discusión general.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#da-project-cohort-##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proeyctos 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	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(etiquetando tutor y @Dataconsulta).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#DATA-PLATFORM-CONTENT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ejrcicios/contenido de la plataforma.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#DATA-CO-LEARNING: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sesiones en vivo para QA.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8680" cy="4105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Normas de etiqueta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Sé claro al formular tu duda (contexto, error, captura si aplica).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títulos o tags en tus mensajes ([Excel], [Python], [Dashboard]).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Respeta los tiempos: los tutores responden en horas de oficina.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Fomenta el apoyo entre pares: si sabes la respuesta, ¡apóyate con tus compañeros!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¡Echemos ojo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Google Shape;235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240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07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4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🧑‍💻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110;p 3"/>
          <p:cNvSpPr/>
          <p:nvPr/>
        </p:nvSpPr>
        <p:spPr>
          <a:xfrm>
            <a:off x="4674600" y="1490760"/>
            <a:ext cx="424008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Tenemos dos webinars semanales donde revisaremos contenido del sprints, resolveremos dudas, ejercicios extras.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Nuestras sesiones están programadas para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Lunes 6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6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" descr=""/>
          <p:cNvPicPr/>
          <p:nvPr/>
        </p:nvPicPr>
        <p:blipFill>
          <a:blip r:embed="rId2"/>
          <a:stretch/>
        </p:blipFill>
        <p:spPr>
          <a:xfrm>
            <a:off x="179640" y="1800000"/>
            <a:ext cx="4320000" cy="28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07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4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110;p 4"/>
          <p:cNvSpPr/>
          <p:nvPr/>
        </p:nvSpPr>
        <p:spPr>
          <a:xfrm>
            <a:off x="4674600" y="1490760"/>
            <a:ext cx="424008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Recomendaciones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la aplicación de escritorio o móvil para conectarte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posible, ponte en un lugar que te permita estar atento y sin distracciones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Nombre identificable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Llevantar mano y reacciones para intervenir.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Siempre sé  respetouso a tus compañeros, nuestros comentarios que estén orientados a edificar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Mantén una actitud colaborativa.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179640" y="1800000"/>
            <a:ext cx="4320000" cy="28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240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1:1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07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4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1:1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110;p 5"/>
          <p:cNvSpPr/>
          <p:nvPr/>
        </p:nvSpPr>
        <p:spPr>
          <a:xfrm>
            <a:off x="4674600" y="1490760"/>
            <a:ext cx="424008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Puedes programar sesiones 1:1 conmigo ya sea para revisar tu dudas , inquietudes sobre el curso, el quehacer del analísta de dato.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Para asegurar disponibilidad para todos tienes acceso a una sesión 1:1 por sprint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179640" y="1764000"/>
            <a:ext cx="4320000" cy="28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¡Veamos como programar una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6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240;p 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705672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Recomendaciones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07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14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Recomendaciones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10;p 6"/>
          <p:cNvSpPr/>
          <p:nvPr/>
        </p:nvSpPr>
        <p:spPr>
          <a:xfrm>
            <a:off x="4674600" y="1490760"/>
            <a:ext cx="4240080" cy="34236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 fija un espacio para estudiar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Toma notas significativas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Práctica inmediatamente tras la teoria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esperes a estar bloqueado días. Si surge una duda → escríbela en Discord.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Si llevas &gt;20 minutos atascado, pregunta.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2"/>
          <a:stretch/>
        </p:blipFill>
        <p:spPr>
          <a:xfrm>
            <a:off x="504720" y="2106720"/>
            <a:ext cx="3936600" cy="2212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680" cy="6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1632</TotalTime>
  <Application>LibreOffice/25.8.0.4$Windows_X86_64 LibreOffice_project/48f00303701489684e67c38c28aff00cd5929e67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2025-09-29T08:57:32Z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