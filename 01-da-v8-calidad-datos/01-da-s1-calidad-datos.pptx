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8.png" ContentType="image/png"/>
  <Override PartName="/ppt/media/image3.png" ContentType="image/png"/>
  <Override PartName="/ppt/media/image2.jpeg" ContentType="image/jpe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9.png" ContentType="image/pn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_rels/slide22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7EED01-9258-4F66-9BD2-1A5EAC5DB5E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E30DE6-E045-4A94-94E8-708296A6DF4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13CFBE-BDB0-48BC-9D06-8276523D7A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D7B862-1F18-4758-8E01-36A57A0D64D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782489-03B9-479F-8277-7EE1E7FF666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145613-C287-4481-99BD-9CF2756AF2B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5B2E50-E9C7-49E6-9372-B2F53CB0884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97E002-68DE-4C45-B189-BF2023A1AEE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C7CC38-DB79-406C-916B-76FFE687B7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8BF9B0-606C-4104-A227-1A2976931AB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641450-F4D3-46D0-A073-33D3253E439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0BCD84-FE73-4BEA-8A73-10CF58A2762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1250D8-5913-4F3F-BA8F-82332B6692E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59619A-0FFB-4D98-B567-8B4F89BD4C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B1D06A-198C-4F1A-AF3F-858562F1583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156A12-B59B-490B-A71E-2809216BA28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47A670-1B66-494F-8957-9725DBE9AFB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5CF419-8E71-476B-A1FA-465F57B261E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8EA8BC-AE3C-4DEB-B28C-E956CABFE32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CB3146-297B-4879-AD51-77F90D7473F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2591AE-9BA4-4FB8-A74A-D75C8E8E474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3A93BF-B50A-48DF-A467-A44AC37876C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67B367-4B73-45C0-BAE7-1AC88736A7D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D3663A-B07F-4892-A210-70592267491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C489B5D2-EC4D-4F69-BE9D-899682B8579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17C3ABC-BB9C-4FD7-9436-A2C2523DD97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3BB5F8-1BE4-4938-B08B-5DD4072E056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54685C-9237-4F27-B8BF-34D0BC12D39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600" cy="21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Sesión 1:</a:t>
            </a:r>
            <a:br>
              <a:rPr sz="6000"/>
            </a:b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r>
              <a:rPr b="0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Asegura la calidad de los datos y genera reportes básicos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conceptos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144360" y="4612680"/>
            <a:ext cx="198180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fld id="{0E14B0FD-BB0C-4E86-933D-767CF8279AD6}" type="datetime5">
              <a:rPr b="0" i="1" lang="es-MX" sz="1500" strike="noStrike" u="none">
                <a:solidFill>
                  <a:srgbClr val="000000"/>
                </a:solidFill>
                <a:effectLst/>
                <a:uFillTx/>
                <a:latin typeface="Verdana"/>
                <a:ea typeface="DejaVu Sans"/>
              </a:rPr>
              <a:t>14 de ene de 2026</a:t>
            </a:fld>
            <a:endParaRPr b="0" lang="es-MX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480" cy="3472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¡Bienvenidos!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240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320" cy="185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7"/>
          <p:cNvSpPr/>
          <p:nvPr/>
        </p:nvSpPr>
        <p:spPr>
          <a:xfrm>
            <a:off x="180000" y="540000"/>
            <a:ext cx="845568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288000" y="1944000"/>
            <a:ext cx="19756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664000" y="1944000"/>
            <a:ext cx="19756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664000" y="1944360"/>
            <a:ext cx="19756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968000" y="1944720"/>
            <a:ext cx="19756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948000" y="1945080"/>
            <a:ext cx="19756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69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680" cy="80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Sobre mi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title"/>
          </p:nvPr>
        </p:nvSpPr>
        <p:spPr>
          <a:xfrm>
            <a:off x="180000" y="3922560"/>
            <a:ext cx="5389920" cy="11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Román Castillo Casanova</a:t>
            </a:r>
            <a:br>
              <a:rPr sz="3200"/>
            </a:b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Tutor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2"/>
          <a:stretch/>
        </p:blipFill>
        <p:spPr>
          <a:xfrm>
            <a:off x="5243760" y="720000"/>
            <a:ext cx="3371760" cy="3371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240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480" cy="3472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Y ahora, ¿tú eres? 🫡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152280" y="1573560"/>
            <a:ext cx="8517600" cy="3539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👋 Bienvenida  (5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📊 Repaso de conceptos importantes (30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📊🧹 Conceptos de limpieza de datos (80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Ejemplo práctico: Taylor Swift dataset 👱‍♀️💃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Cierre y siguientes pasos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5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600" cy="1039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213;p33"/>
          <p:cNvSpPr/>
          <p:nvPr/>
        </p:nvSpPr>
        <p:spPr>
          <a:xfrm>
            <a:off x="228600" y="1952280"/>
            <a:ext cx="2721960" cy="29595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el papel que juega un Data Analyst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214;p33"/>
          <p:cNvSpPr/>
          <p:nvPr/>
        </p:nvSpPr>
        <p:spPr>
          <a:xfrm>
            <a:off x="3209400" y="1952280"/>
            <a:ext cx="2721960" cy="29595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Describir el proceso de trabajo de un Data Analyst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215;p33"/>
          <p:cNvSpPr/>
          <p:nvPr/>
        </p:nvSpPr>
        <p:spPr>
          <a:xfrm>
            <a:off x="6190560" y="1952280"/>
            <a:ext cx="2721960" cy="29595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Aplicar los conceptos en un ejemplo práctico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80000" y="579240"/>
            <a:ext cx="8517600" cy="1039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1600" cy="75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1600" cy="75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1600" cy="757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480" cy="3472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Repasemos algunos conceptos importantes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89;p30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680" cy="80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Contenido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404000" y="1185120"/>
            <a:ext cx="8638560" cy="42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1: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Asegura la calidad de los datos y genera reportes básicos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2: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Transforma datos para insights de negocio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3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Explora KPIs con SQL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4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Analiza journeys de usuarios con SQL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5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Prepara y estructura datos con Python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6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Análisis estadístico para detectar patrones y outliers (Proyecto 1)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7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Curso de preparación de carrera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8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Explora las conexiones de datos con correlaciones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9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Valida hipótesis de negocio con pruebas estadísticas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10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Construye historias visuales claras con gráficos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11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Crea dashboards interactivos para stakeholders (Proyecto 2)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12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Proyecto final 🚀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07;p 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680" cy="14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👩‍💻 Ayudas en tu curso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540000" y="1800000"/>
            <a:ext cx="791892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Plataforma Tripleten con ejercicios que te guian paso a paso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Asistente de IA DOT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Webinars semales guiados por el tutor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Discord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Hilos de preguntas y respuestas de la comunidad Tripleten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Canal de audio para aprendizaje colaborativo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Sesiones 1:1 con tu tutor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240;p 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480" cy="2649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Discord</a:t>
            </a:r>
            <a:br>
              <a:rPr sz="6000"/>
            </a:b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ubTitle"/>
          </p:nvPr>
        </p:nvSpPr>
        <p:spPr>
          <a:xfrm>
            <a:off x="360000" y="1620000"/>
            <a:ext cx="8517600" cy="4104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Discord es nuestro espacio central de comunicación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Habrá diferentes canales: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Courier New"/>
                <a:ea typeface="Inter"/>
              </a:rPr>
              <a:t>#da-info-cohort-##</a:t>
            </a: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: anuncios y noticias.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Courier New"/>
                <a:ea typeface="Inter"/>
              </a:rPr>
              <a:t>#da-community-cohort-##</a:t>
            </a: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: discusión general.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Courier New"/>
                <a:ea typeface="Inter"/>
              </a:rPr>
              <a:t>DA_CONSULTA</a:t>
            </a: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: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1a1a1a"/>
                </a:solidFill>
                <a:effectLst/>
                <a:uFillTx/>
                <a:latin typeface="Courier New"/>
                <a:ea typeface="Inter"/>
              </a:rPr>
              <a:t>#preguntas-de-teoria</a:t>
            </a: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: preguntas sobre ejrcicios/contenido de la plataforma.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1a1a1a"/>
                </a:solidFill>
                <a:effectLst/>
                <a:uFillTx/>
                <a:latin typeface="Courier New"/>
                <a:ea typeface="Inter"/>
              </a:rPr>
              <a:t>#preguntas-de-proyecto</a:t>
            </a: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: preguntas sobre proyectos (etiquetando tutor y @Dataconsulta).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Courier New"/>
                <a:ea typeface="Inter"/>
              </a:rPr>
              <a:t>#DATA-CO-LEARNING:</a:t>
            </a: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sesiones en vivo para QA.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600" cy="1039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Discord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ubTitle"/>
          </p:nvPr>
        </p:nvSpPr>
        <p:spPr>
          <a:xfrm>
            <a:off x="360000" y="1620000"/>
            <a:ext cx="8517600" cy="4104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Normas de etiqueta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Sé claro al formular tu duda (contexto, error, captura si aplica).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Usa títulos o tags en tus mensajes ([Excel], [Python], [Dashboard]).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Respeta los tiempos: los tutores responden en horas de oficina.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Fomenta el apoyo entre pares: si sabes la respuesta, ¡apóyate con tus compañeros!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Google Shape;49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600" cy="1039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Discord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240;p 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480" cy="2649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07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680" cy="14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🧑‍💻 Webinars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10;p 3"/>
          <p:cNvSpPr/>
          <p:nvPr/>
        </p:nvSpPr>
        <p:spPr>
          <a:xfrm>
            <a:off x="4675320" y="1260000"/>
            <a:ext cx="4144320" cy="365328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274320" anchor="b">
            <a:noAutofit/>
          </a:bodyPr>
          <a:p>
            <a:pPr marL="216000" indent="-216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Tenemos dos webinars semanales donde revisaremos contenido del sprints, resolveremos dudas, ejercicios extras (90 a 120 min). 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Nuestras sesiones están programadas para 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Miércoles 6 PM CDMX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Viernes  6 PM CDMX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2"/>
          <a:stretch/>
        </p:blipFill>
        <p:spPr>
          <a:xfrm>
            <a:off x="180000" y="1620360"/>
            <a:ext cx="4318920" cy="287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07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680" cy="14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👩‍💻 Webinars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10;p 1"/>
          <p:cNvSpPr/>
          <p:nvPr/>
        </p:nvSpPr>
        <p:spPr>
          <a:xfrm>
            <a:off x="4674600" y="1490760"/>
            <a:ext cx="4239000" cy="342252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274320" anchor="b">
            <a:noAutofit/>
          </a:bodyPr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Recomendaciones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Usa la aplicación de escritorio o móvil para conectarte</a:t>
            </a: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En la medida de lo posible, ponte en un lugar que te permita estar atento y sin distracciones</a:t>
            </a: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Nombre identificable</a:t>
            </a: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Llevantar mano y reacciones para intervenir.</a:t>
            </a: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Siempre sé  respetouso a tus compañeros, nuestros comentarios que estén orientados a edificar</a:t>
            </a: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Mantén una actitud colaborativa.</a:t>
            </a: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2"/>
          <a:stretch/>
        </p:blipFill>
        <p:spPr>
          <a:xfrm>
            <a:off x="179640" y="1800000"/>
            <a:ext cx="4318920" cy="287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240;p 7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480" cy="2649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1:1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07;p 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680" cy="14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👩‍💻 1:1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110;p 5"/>
          <p:cNvSpPr/>
          <p:nvPr/>
        </p:nvSpPr>
        <p:spPr>
          <a:xfrm>
            <a:off x="4674600" y="1490760"/>
            <a:ext cx="4239000" cy="342252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274320" anchor="b">
            <a:noAutofit/>
          </a:bodyPr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Puedes programar sesiones 1:1 conmigo ya sea para revisar tu dudas , inquietudes sobre el curso, el quehacer del analísta de dato. 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Para asegurar disponibilidad para todos tienes acceso a una sesión 1:1 por sprint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2"/>
          <a:stretch/>
        </p:blipFill>
        <p:spPr>
          <a:xfrm>
            <a:off x="179640" y="1764000"/>
            <a:ext cx="4318920" cy="287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600" cy="2525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¡Veamos como programar una 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8" name="Google Shape;235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8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240;p 8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7055640" cy="2649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Recomendaciones</a:t>
            </a:r>
            <a:endParaRPr b="0" lang="es-MX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07;p 7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680" cy="14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👩‍💻 Recomendaciones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110;p 6"/>
          <p:cNvSpPr/>
          <p:nvPr/>
        </p:nvSpPr>
        <p:spPr>
          <a:xfrm>
            <a:off x="4674600" y="1490760"/>
            <a:ext cx="4239000" cy="342252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274320" anchor="b">
            <a:noAutofit/>
          </a:bodyPr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En la medida de lo posible fija un espacio para estudiar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Toma notas significativas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Práctica inmediatamente tras la teoria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No esperes a estar bloqueado días. Si surge una duda → escríbela en Discord.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Si llevas &gt;20 minutos atascado, pregunta.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" descr=""/>
          <p:cNvPicPr/>
          <p:nvPr/>
        </p:nvPicPr>
        <p:blipFill>
          <a:blip r:embed="rId2"/>
          <a:stretch/>
        </p:blipFill>
        <p:spPr>
          <a:xfrm>
            <a:off x="504720" y="2106720"/>
            <a:ext cx="3935520" cy="221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600" cy="1039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600" cy="6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2085</TotalTime>
  <Application>LibreOffice/25.8.3.2$Windows_X86_64 LibreOffice_project/8ca8d55c161d602844f5428fa4b58097424e324e</Application>
  <AppVersion>15.0000</AppVersion>
  <Words>1959</Words>
  <Paragraphs>195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2026-01-15T13:42:41Z</dcterms:modified>
  <cp:revision>29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51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51</vt:i4>
  </property>
</Properties>
</file>