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0C6BCC-D931-4F1F-8F4F-24AAA77633D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C4644E-EFEE-4B76-BAE4-4B6F43F7ADC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873AD0-CF9A-49ED-89F6-7F6744A83C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399AF6-CD6E-497D-ADE8-979D126942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DF1A6F-D41F-4D38-B74A-34FE512A89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6761D0-BCD4-4759-809C-7084C4DD8F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D1BAF7-B9FF-46EF-94DB-3D910913C1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C32021-DFE5-41DD-A849-4C815F910D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BB88A4-2149-43EB-90E4-5E699FF64F3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52C4C5-BAC1-4858-89F7-11F2A9FF34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8568CB-08C6-445E-8AE5-317E7BF466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EF58AF-4B50-4A62-A2D0-F2D13981EF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0E2B10-D846-422B-9A88-88D5045F97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80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9B86A3-E36B-45F4-B5E8-336BA0A018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B8D5EF-E651-4D5A-8B8A-6C8ED9369C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1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F8F7F6-0C61-443E-9A30-6D89937783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2D6485-0BE4-4A25-8458-1F5D83D8A0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EA825C-5B5A-4F1A-B3C2-50EDB9D693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F20282-133F-46B4-84B9-F1727C20D8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511A5F-F525-49CD-8C3A-98784ED34B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E86F2B-3DEE-40CF-AB76-54CBE3E2BDE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8E8930-F283-4498-83FC-00D3A1684D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4B5162-1C6A-4F4C-9DE0-0EE6EEBFB4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36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360" cy="14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2EB996-A2CB-4D2A-AEF1-B2604166C8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E09F5F5-1315-4C14-80C1-5B6F7FCB2E3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731EDC0-9DA4-482C-9DAB-ABC0760EB96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53847B-6F8D-4442-881D-566A321531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D8A897-FEBA-4C42-89A7-5983ABDC66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960" cy="21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W02 Sprint I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Asegura la calidad de los datos y genera reportes básicos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Continuación de proyecto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21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42AEB8F1-D6EE-4445-A6BE-FE4260C7DAAC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3 de oct de 2025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840" cy="3472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60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60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60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7960" cy="3539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📊 Repaso de conceptos importantes (10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🔍👩‍💻 Repaso del proyecto en plataforma (15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📊🧹 </a:t>
            </a:r>
            <a:r>
              <a:rPr b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Taylor Swift dataset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👱‍♀️💃 (continuación)(60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840" cy="3472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 importantes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Aplicar técnicas para limpieza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estadísticas de interés sobre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960" cy="2525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960" cy="6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2066</TotalTime>
  <Application>LibreOffice/25.8.0.4$Windows_X86_64 LibreOffice_project/48f00303701489684e67c38c28aff00cd5929e67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2025-10-04T14:00:43Z</dcterms:modified>
  <cp:revision>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