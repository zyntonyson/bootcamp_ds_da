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285845-8BBB-46E9-BC24-3FC6691D1CB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C9B6BF-F921-40D4-BE9C-B7E94C6825C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4ED05C-17B0-4880-8C37-8A1EADA87DD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96E39C-EED2-4CEE-ADF3-A3C38EAC589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729F98-91C9-4762-9CE8-76F3C86B74E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800DD2-9950-431D-A9BD-F255AEC038E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9F0BEB-99C4-4F74-9B73-57D6805A750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448F30-3170-4F9B-ACC5-526DB6476A2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97CEF1F-52AF-466E-8795-13C5C4C8406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9AA4C3-65A9-46EC-8B0B-72EDE75D6CD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EA5DAC-AB60-462A-AFFA-AFC62F70AAF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72E9F2-A527-47E8-B1FA-1B1EAA324FF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92C290-EC83-41D6-9960-DE91F34F492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3F6479-7B4E-4BF4-9E60-1C5429E7B54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EC4738-7168-40B7-8A2B-B7AEDDDD2B2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DF1D25-BB4E-456C-ACDD-2A29D8D8553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A2C75D-4CE2-4861-9217-08A99A4E2F5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744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AD61E0-40C3-4E76-91D3-201A6239E7E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40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75867C-8651-4A46-BD35-31E0E398717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7800" cy="1420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D4C263-CFED-4F89-8B67-C769E3532E9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9216FC-5197-4FE5-AC97-4CE5D8E54FE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800" cy="85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800" cy="298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4A3BF9-6CC3-43E2-B6E7-78DFD1C750B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744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859AB8-88A5-4E00-9CB9-C884AD09721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7440" cy="85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4000" cy="298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5760" cy="390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0D3045-49EF-44D3-8A55-EC7CFB68A53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63A04564-90C9-431E-88DE-807B411C5FEE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8B4A4B1-CDA0-42DB-9DAB-71F4B3A2F5F1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6840" cy="39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1165AF-7FE4-4B70-A889-0C152D6D89D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D7DE3F-D8A5-4114-8E15-434BB839E34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1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7600" cy="216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W02 Sprint I :</a:t>
            </a:r>
            <a:br>
              <a:rPr sz="6000"/>
            </a:br>
            <a:r>
              <a:rPr b="0" lang="en" sz="5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 </a:t>
            </a:r>
            <a:r>
              <a:rPr b="0" lang="en" sz="44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Asegura la calidad de los datos y genera reportes básicos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MX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Continuación de proyecto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5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44360" y="4612680"/>
            <a:ext cx="198180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fld id="{C4CB8D72-4889-4BDD-BC36-4A430C942E4F}" type="datetime5">
              <a:rPr b="0" i="1" lang="es-MX" sz="1500" strike="noStrike" u="none">
                <a:solidFill>
                  <a:srgbClr val="000000"/>
                </a:solidFill>
                <a:effectLst/>
                <a:uFillTx/>
                <a:latin typeface="Verdana"/>
                <a:ea typeface="DejaVu Sans"/>
              </a:rPr>
              <a:t>19 de dic de 2025</a:t>
            </a:fld>
            <a:endParaRPr b="0" lang="es-MX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480" cy="3472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¡Bienvenidos!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240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3320" cy="185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7"/>
          <p:cNvSpPr/>
          <p:nvPr/>
        </p:nvSpPr>
        <p:spPr>
          <a:xfrm>
            <a:off x="180000" y="540000"/>
            <a:ext cx="8455680" cy="19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2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120" cy="18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"/>
          <p:cNvSpPr/>
          <p:nvPr/>
        </p:nvSpPr>
        <p:spPr>
          <a:xfrm>
            <a:off x="288000" y="1944000"/>
            <a:ext cx="19756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2664000" y="1944000"/>
            <a:ext cx="19756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664000" y="1944360"/>
            <a:ext cx="19756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4968000" y="1944720"/>
            <a:ext cx="19756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6948000" y="1945080"/>
            <a:ext cx="19756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ubTitle"/>
          </p:nvPr>
        </p:nvSpPr>
        <p:spPr>
          <a:xfrm>
            <a:off x="152280" y="1573560"/>
            <a:ext cx="8517600" cy="3539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👋 Bienvenida 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10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📊 Repaso de conceptos importantes (10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🔍👩‍💻 Repaso del proyecto en plataforma (15 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📊🧹 </a:t>
            </a:r>
            <a:r>
              <a:rPr b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Taylor Swift dataset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👱‍♀️💃 (continuación)(60 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75920" indent="-39672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Cierre y siguientes pasos (</a:t>
            </a:r>
            <a:r>
              <a:rPr b="0" i="1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5 min</a:t>
            </a:r>
            <a:r>
              <a:rPr b="0" lang="es-CO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7600" cy="1039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5480" cy="3472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Repasemos algunos conceptos importantes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213;p33"/>
          <p:cNvSpPr/>
          <p:nvPr/>
        </p:nvSpPr>
        <p:spPr>
          <a:xfrm>
            <a:off x="228600" y="1952280"/>
            <a:ext cx="2721960" cy="29595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Aplicar técnicas para limpieza de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4;p33"/>
          <p:cNvSpPr/>
          <p:nvPr/>
        </p:nvSpPr>
        <p:spPr>
          <a:xfrm>
            <a:off x="3209400" y="1952280"/>
            <a:ext cx="2721960" cy="29595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Calcular estadísticas de interés sobre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215;p33"/>
          <p:cNvSpPr/>
          <p:nvPr/>
        </p:nvSpPr>
        <p:spPr>
          <a:xfrm>
            <a:off x="6190560" y="1952280"/>
            <a:ext cx="2721960" cy="29595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Descubrir </a:t>
            </a:r>
            <a:r>
              <a:rPr b="0" i="1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insights</a:t>
            </a: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de interés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80000" y="579240"/>
            <a:ext cx="8517600" cy="1039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1600" cy="75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1600" cy="757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1600" cy="757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7600" cy="2525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Veamos!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Google Shape;235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89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7600" cy="10393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2600" cy="642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5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4000" cy="191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2453</TotalTime>
  <Application>LibreOffice/25.8.3.2$Windows_X86_64 LibreOffice_project/8ca8d55c161d602844f5428fa4b58097424e324e</Application>
  <AppVersion>15.0000</AppVersion>
  <Words>1959</Words>
  <Paragraphs>195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2025-12-22T17:18:06Z</dcterms:modified>
  <cp:revision>29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35</vt:i4>
  </property>
  <property fmtid="{D5CDD505-2E9C-101B-9397-08002B2CF9AE}" pid="3" name="Notes">
    <vt:i4>51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51</vt:i4>
  </property>
</Properties>
</file>