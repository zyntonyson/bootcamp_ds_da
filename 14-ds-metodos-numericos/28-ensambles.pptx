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B28E2A-7B25-4340-925D-D95D2AB7E7E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8F10E4-75CF-4668-B3FB-F1708DEEBAF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BC22D0-A8EE-452A-974F-AE40610A3EE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5C3758-31C4-4D48-AE63-A3F241BF262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79E13C-7A01-4CFC-9822-423D8540E7D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6EF88F-3CCE-4276-9F53-D161041A1D2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BD5DA5-28BE-46F5-8FCF-944252B8AFC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F59CDA-5142-4160-B957-B142AF76268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90374B-844F-4CBC-957B-2104658223E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7A65DE-36AD-4563-AD96-ED380C69075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A368E6-471A-4A33-BD82-FD0C251174F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0AC3F9-AD50-4398-900B-9A5A02D8E04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ADE67D-D0D9-4B08-9F7A-6B6F3CCB0CD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D2A70E-F413-44B4-BB89-ADB3365F7A9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704549-6A62-44B4-BF65-49699A0EBDA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FB6003-75B4-45DA-8ED8-95AEE5899A0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9097F8-3508-4830-8186-A5F5E4C07FA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5750CD-92C5-419A-8673-BEA4939D2B5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EA8B14-138B-486E-95ED-9596DFC552D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2FA0DE-6D93-493B-993B-32032A56A8B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B93A99-FFEE-4FE7-B6F0-AD96C7E001A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CF53B2-C925-4564-B8E6-232CF87E7F1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3ABEBE-98F6-40E2-8B7F-D3A82A29B14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AB9275-875A-4912-9DEA-786B2679000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3D7CF547-0CD0-448F-A328-A50C1918878F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56D7568-9AD9-43E3-B7C7-55AAD488D26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59827C-80F8-4ED7-BD14-2D0B93F2B46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834F26-C4AD-4E6D-BE2B-9EB6632AA77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7240" cy="216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28 - Sprint 14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Modelos de ensamble y Boosting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3560" cy="3163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805C7410-34FD-4AA2-8343-6E7520C136F3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11,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480" cy="184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784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78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7840" cy="27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7840" cy="27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7840" cy="252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7840" cy="252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120" cy="2649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sabemos previamente?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447;p46" descr=""/>
          <p:cNvPicPr/>
          <p:nvPr/>
        </p:nvPicPr>
        <p:blipFill>
          <a:blip r:embed="rId1"/>
          <a:stretch/>
        </p:blipFill>
        <p:spPr>
          <a:xfrm>
            <a:off x="3807360" y="3445200"/>
            <a:ext cx="1528200" cy="105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6"/>
          <p:cNvSpPr/>
          <p:nvPr/>
        </p:nvSpPr>
        <p:spPr>
          <a:xfrm>
            <a:off x="540000" y="1218960"/>
            <a:ext cx="8277840" cy="189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Si un usar una calculadora, ¿cuál es la raiz cuadrada de 87?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Google Shape;49;p 1" descr=""/>
          <p:cNvPicPr/>
          <p:nvPr/>
        </p:nvPicPr>
        <p:blipFill>
          <a:blip r:embed="rId2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6880" cy="298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Metodos de ensamble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Boosting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880" cy="80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a qué conoce modelos de ensamble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Implementar modelos de ensamble (boosting)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Comparar desempeño de modelos de boosting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7240" cy="2525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8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2240" cy="64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2598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2025-09-11T15:26:26Z</dcterms:modified>
  <cp:revision>30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