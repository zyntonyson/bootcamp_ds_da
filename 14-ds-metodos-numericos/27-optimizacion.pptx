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87A577-B696-483C-BC68-6F2FE42672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AF1FAA-8E0D-421C-A61C-88718715C3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2277A7-7960-4F94-A083-9EA92CDAD6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73679A-99B0-4AB1-B516-90E87F0C83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D7FA84-1792-49C6-88EE-78EE88D640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E02D53-B59A-4FA8-9E35-1D06E0D617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F26DBC-C8F6-4B7A-8530-316680787B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9A0FCF-25C0-4779-8DF0-C822E4E60A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2A82CE-37BC-4C5C-9AF7-A26D68583E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A5F0C4-6685-4CB2-81B6-03A1713587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3B5DE5-C9C9-4B5C-9DFC-5CD9AF342D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E268F1-13C2-405B-A39B-D365D69C41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45AF36-57C7-454E-80BB-967842D939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D27503-5A43-49F4-9BE7-5655E8B09B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3D87F8-AA60-4CAE-878F-30879C46D1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376434-A544-4B39-BDA2-C195863B0BE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AF18D1-0694-4248-AE4B-BDED8B693A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44CDDF-E989-4CD0-BDB4-88D2A12822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C35CEF-1CDA-48C1-9A5E-2347E24195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0F0BA5-915F-48BE-AF81-55E7F5CFBA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204BD9-50DD-4813-9B11-4D2C78F9ED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5BB89F-177C-4A76-9E07-2C9D0D784BE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6F50ED-BE76-4DCD-8973-6A0C69DA75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315455-472A-45FD-B42B-AEAA90C792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D4AF849-4216-4695-BC8C-E3B15751AA6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D0184AE-9DAE-4EE5-A4D9-4B1C68AE4E0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B41CB1-C1C8-4ADF-B784-E01AE114A5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B996C5-7620-4060-AEE7-DA82378CC1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960" cy="21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27 - Sprint 14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Descenso de gradiente en algoritmos de ML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280" cy="3164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D179BA4-FD6E-43B1-8045-9E8FDD5447B5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4,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200" cy="18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85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85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8560" cy="27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8560" cy="27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856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856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840" cy="2649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3807360" y="3445200"/>
            <a:ext cx="1528920" cy="10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1218960"/>
            <a:ext cx="827856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Si un usar una calculadora, ¿cuál es la raiz cuadrada de 87?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7600" cy="29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Metodos númericos para optimización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Qué es la optimización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Descenso del gradiente: Clásico y estocástico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Regularización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Intuición de redes neuronales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el método de gradiente para hallar parámetros de un modelo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Identificar el efecto de la regularización en los parámetros de un modelo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 intuición del entrenamiento de las redes neuronales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960" cy="2525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960" cy="6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2595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2025-09-04T14:28:53Z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