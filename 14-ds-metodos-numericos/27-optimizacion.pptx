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B7CD79-C002-4860-9852-94205F23A3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2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AC808B-F4C0-4E61-B078-1C0BF9A2476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2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1C241D-CD84-47B0-AD2D-1703582E6A1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F7E05A-B763-4DCB-89D3-2AC7DEC9C3C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1BBFC0-F7C4-4B98-BAFD-D11CB30D8A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45F566-4807-493A-A9DB-0900CA39D36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C1B2A5-465D-494A-B90B-F4A1D4EB91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D40936-099E-489B-A6EB-9747E78D06B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0D42CE-7B82-4E7C-A76C-3DCD5A7210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955EEF-AF97-4227-A06C-F22F0BA4F2A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1EBC77-7ACD-4C53-AB4D-725B545A93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52C70E-FB2D-4C15-AD5D-12C5EAC6E95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283EAD-0F44-4539-B3F0-21165EB0ACE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5DDE39-F51B-48A5-A7BF-34C969EA770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164123-4F06-4C49-B6F7-BD976F8A03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489306-D722-484E-8B23-83542F625A2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802E1A-9222-4A13-9D83-1EA506DD1A8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9CF8E7-AACE-4674-B4DD-E2BABFA2609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998E39-5819-4A9E-B598-12A28221C41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298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136EDE-3673-44DE-8CF7-FAD73481296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8D4B34-4B25-4040-B547-68F4D41898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08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B5C164-CD2C-469D-AC49-EE61A591379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36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E70C24-27AC-4A3C-B5FC-F467F321CDD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080" cy="8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440" cy="142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489956-FCE6-4CF1-BD2E-C87155EBCF0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7F2EBF56-014F-4696-BE53-22675D552C9E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E7EBEAD-D8C2-4D72-B673-9244C390600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6120" cy="39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B793FA-F8D9-42F9-95EE-2DEDF8DCA8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5400" cy="39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8CE688-746A-41BC-995A-D02EC5675C4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7600" cy="21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27 - Sprint 14</a:t>
            </a:r>
            <a:br>
              <a:rPr sz="54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br>
              <a:rPr sz="4000"/>
            </a:br>
            <a:r>
              <a:rPr b="0" lang="en" sz="40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Descenso de gradiente en algoritmos de ML</a:t>
            </a:r>
            <a:br>
              <a:rPr sz="4000"/>
            </a:b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3920" cy="31636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4676C806-3537-46E2-8DBE-2D49F9F4EC10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Sep 4,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91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840" cy="184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820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9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820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8200" cy="27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8200" cy="27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8200" cy="25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8200" cy="25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480" cy="2649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sabemos previamente?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447;p46" descr=""/>
          <p:cNvPicPr/>
          <p:nvPr/>
        </p:nvPicPr>
        <p:blipFill>
          <a:blip r:embed="rId1"/>
          <a:stretch/>
        </p:blipFill>
        <p:spPr>
          <a:xfrm>
            <a:off x="3807360" y="3445200"/>
            <a:ext cx="1528560" cy="105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6"/>
          <p:cNvSpPr/>
          <p:nvPr/>
        </p:nvSpPr>
        <p:spPr>
          <a:xfrm>
            <a:off x="540000" y="1218960"/>
            <a:ext cx="8278200" cy="189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Si un usar una calculadora, ¿cuál es la raiz cuadrada de 87?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Google Shape;49;p 1" descr=""/>
          <p:cNvPicPr/>
          <p:nvPr/>
        </p:nvPicPr>
        <p:blipFill>
          <a:blip r:embed="rId2"/>
          <a:stretch/>
        </p:blipFill>
        <p:spPr>
          <a:xfrm>
            <a:off x="228600" y="228600"/>
            <a:ext cx="863640" cy="19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7240" cy="298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Metodos númericos para optimización 🛠️  (90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Qué es la optimización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Descenso del gradiente: Clásico y estocástico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Regularización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Intuición de redes neuronales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9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240" cy="80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Usar el método de gradiente para hallar parámetros de un modelo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Identificar el efecto de la regularización en los parámetros de un modelo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la intuición del entrenamiento de las redes neuronales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7600" cy="2525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8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2600" cy="6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2595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2025-09-04T14:28:53Z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