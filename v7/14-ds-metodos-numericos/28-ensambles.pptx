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D67759F-8A27-435C-ACA1-DF41814D3E2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73EEEA7-F1B9-41CB-9B73-34F73872C69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9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920" cy="298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9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54F0177-4215-4B35-9B6B-EEFBFFEA8D6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920" cy="298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9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9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0A7D293-0DF3-424F-BD54-59B741F416F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9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9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36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55B8BF8-58EF-4EB4-82A8-DA1DFCC7EDC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36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36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CD81AFD-67ED-45E2-90EB-0DA0CDCDB1B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9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9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9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9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CE1C513-3610-4AD0-A1D5-D830217B625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67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67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67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67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67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67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A95F086-A4C0-4C61-A8A7-10DA42590C8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1E53111-E42C-4FEF-AAD2-2A6375E6831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8F8A049-C91B-40B8-9B2E-DC4331F2D1A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360" cy="298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F55C3DD-09B3-41AC-8376-2EA7C775F5F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920" cy="298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920" cy="298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02B5B64-BF15-4CC1-B7BC-4AF048E12FD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46EFAD8-F285-4A09-870F-94CCD919629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DBCB68B-2F07-4207-B45D-1790E16B973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9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920" cy="298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9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6C2EFCF-48E4-4A96-8021-DB06E84F076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920" cy="298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9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9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7D997B8-77C8-47C0-A4B0-4A8B6A7ED30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9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9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36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DFB4AEE-7C79-43D8-A87F-1BC2D5F3A8E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36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36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2F12664-ED7B-4AA3-9341-40491BF4B22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9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9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9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9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E58675A-E68C-47AA-A0B8-0C99C09A6F7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67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67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67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67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67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67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8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F700AB9-592B-4909-8F6E-9658F29A0EF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F9A26C7-D226-4EB0-86E7-4580E8B57D2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72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EEF4BC2-AE25-4118-9545-FD0CCA7B428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360" cy="298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C01044D-34AE-4A77-8B7C-AB49F7DEB6C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920" cy="298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920" cy="298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1C14B26-6012-4DFE-927F-609F526CE28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FFFCA64E-B8B2-4B7C-8A12-4F9E380D270D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17F83730-F064-41E3-B814-60AEA4EEA362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240AC7F-32D3-416C-A7C6-82F99B7826B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8A84619-92D3-43F7-A703-D8EFFE22E32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hyperlink" Target="https://youtu.be/tWCnRqIZnuo?si=DHxFmuZr6KxZeVTx" TargetMode="External"/><Relationship Id="rId4" Type="http://schemas.openxmlformats.org/officeDocument/2006/relationships/slideLayout" Target="../slideLayouts/slideLayout2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2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6880" cy="216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5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28 - Sprint 14</a:t>
            </a:r>
            <a:br>
              <a:rPr sz="54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 </a:t>
            </a:r>
            <a:br>
              <a:rPr sz="40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Modelos de ensamble y Boosting</a:t>
            </a:r>
            <a:br>
              <a:rPr sz="4000"/>
            </a:b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280" cy="19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3200" cy="31629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35C4DCD6-D922-48B4-B54E-EECBD911F2FC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Sep 11,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640" cy="19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5120" cy="184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7480" cy="18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920" cy="19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748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7480" cy="279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7480" cy="279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7480" cy="252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7480" cy="252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🎉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280" cy="19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4760" cy="26488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¿Que sabemos previamente?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447;p46" descr=""/>
          <p:cNvPicPr/>
          <p:nvPr/>
        </p:nvPicPr>
        <p:blipFill>
          <a:blip r:embed="rId1"/>
          <a:stretch/>
        </p:blipFill>
        <p:spPr>
          <a:xfrm>
            <a:off x="700560" y="3540240"/>
            <a:ext cx="1527840" cy="105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PlaceHolder 6"/>
          <p:cNvSpPr/>
          <p:nvPr/>
        </p:nvSpPr>
        <p:spPr>
          <a:xfrm>
            <a:off x="540000" y="1218960"/>
            <a:ext cx="8277480" cy="189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¿Conoces el concepto de Wisdom of Crowd?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Google Shape;49;p 1" descr=""/>
          <p:cNvPicPr/>
          <p:nvPr/>
        </p:nvPicPr>
        <p:blipFill>
          <a:blip r:embed="rId2"/>
          <a:stretch/>
        </p:blipFill>
        <p:spPr>
          <a:xfrm>
            <a:off x="228600" y="228600"/>
            <a:ext cx="862920" cy="19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"/>
          <p:cNvSpPr txBox="1"/>
          <p:nvPr/>
        </p:nvSpPr>
        <p:spPr>
          <a:xfrm>
            <a:off x="4860000" y="3780000"/>
            <a:ext cx="357084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Times New Roman"/>
                <a:hlinkClick r:id="rId3"/>
              </a:rPr>
              <a:t>Inteligencia Colectiva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ubTitle"/>
          </p:nvPr>
        </p:nvSpPr>
        <p:spPr>
          <a:xfrm>
            <a:off x="152280" y="2017800"/>
            <a:ext cx="8516520" cy="298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Metodos de ensamble 🛠️  (90 min) 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Boosting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Google Shape;49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920" cy="19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6520" cy="80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213;p33"/>
          <p:cNvSpPr/>
          <p:nvPr/>
        </p:nvSpPr>
        <p:spPr>
          <a:xfrm>
            <a:off x="228600" y="1952280"/>
            <a:ext cx="2721240" cy="295884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Conocer a qué conoce modelos de ensamble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214;p33"/>
          <p:cNvSpPr/>
          <p:nvPr/>
        </p:nvSpPr>
        <p:spPr>
          <a:xfrm>
            <a:off x="3209400" y="1952280"/>
            <a:ext cx="2721240" cy="295884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Implementar modelos de ensamble (boosting)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Google Shape;215;p33"/>
          <p:cNvSpPr/>
          <p:nvPr/>
        </p:nvSpPr>
        <p:spPr>
          <a:xfrm>
            <a:off x="6190560" y="1952280"/>
            <a:ext cx="2721240" cy="295884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Comparar desempeño de modelos de boosting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280" cy="19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6880" cy="10386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0880" cy="757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0880" cy="757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0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0880" cy="757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6880" cy="2524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2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080" cy="188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6880" cy="10386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1880" cy="641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3280" cy="190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2614</TotalTime>
  <Application>LibreOffice/25.8.0.4$Windows_X86_64 LibreOffice_project/48f00303701489684e67c38c28aff00cd5929e67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2025-09-11T19:35:14Z</dcterms:modified>
  <cp:revision>31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