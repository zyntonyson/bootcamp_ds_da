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6BA459-E1A1-40B0-813E-1511E56785F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A80D45-1E2E-4AFD-BA8A-B81DCE55E26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68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BC4A2A-5E1E-44D3-A00A-35CD5D1EBDE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68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A493DF-1143-4255-9C04-D550DA226F7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12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E94F667-06F5-4980-BB0B-8E9798B6418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12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12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B7E512-74A3-48FD-B872-02F9DF50181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5F158B-4045-4768-80EE-3182DE0FB8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E2C94E-E865-4E42-BEEB-81A1D18035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A00709-3EC8-49CC-850D-ABA505854FE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03E6A6-012E-4F08-8993-017FCF95C27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12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733AE7-CAD5-4F27-BAA8-74D48BBE6CF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68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68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E711E1-0A13-48A2-8818-E165328EDBA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E36A83-31A4-432A-A3E7-C2D8EDBC6ED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A2B3DF-B20E-4EEA-9102-96174C52BAF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68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EC874F-656E-4E90-9D5B-FA35DACF1C6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68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D17343-FAA0-4A8D-BBD7-ECDB324FDB0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12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F1E0CD-91FF-4A39-865F-7E3555A59F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12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12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A5B2A1-B46A-4827-A24C-D2E99F48AA5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96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3810E3-3686-4446-A455-3C38CCF7D5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3480" cy="141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7AC13D-4050-491F-86B3-348ADA9E85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C2D5F2-BC2F-4613-88DF-19E40C6CCB4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48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8BB8C4-A5FD-49A2-87C4-7657101A8C3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12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A2538AB-2EB9-40C9-8B05-38B5663053B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120" cy="8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968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9680" cy="29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1800" cy="3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204788-67AC-4AA0-B4BA-6D729EF5A07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7B993059-AD6C-4C30-9FBD-6CE0858253C9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4690C14-6E73-47AC-A53B-854205D75E7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B65AEA-4E66-41BB-9CFE-7574CBE8469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65058C-9840-4B5D-BB94-A43C84D59D8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3640" cy="2163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24 - Sprint 12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000000"/>
                </a:solidFill>
                <a:effectLst/>
                <a:uFillTx/>
                <a:latin typeface="Inter ExtraBold"/>
                <a:ea typeface="Inter ExtraBold"/>
              </a:rPr>
              <a:t>Proyecto 2 </a:t>
            </a:r>
            <a:r>
              <a:rPr b="0" lang="en" sz="4000" strike="noStrike" u="none">
                <a:solidFill>
                  <a:srgbClr val="333333"/>
                </a:solidFill>
                <a:effectLst/>
                <a:uFillTx/>
                <a:latin typeface="Inter ExtraBold"/>
                <a:ea typeface="Inter ExtraBold"/>
              </a:rPr>
              <a:t>: </a:t>
            </a:r>
            <a:r>
              <a:rPr b="0" lang="en" sz="4000" strike="noStrike" u="none">
                <a:solidFill>
                  <a:srgbClr val="808080"/>
                </a:solidFill>
                <a:effectLst/>
                <a:uFillTx/>
                <a:latin typeface="Inter ExtraBold"/>
                <a:ea typeface="Inter ExtraBold"/>
              </a:rPr>
              <a:t>Code challenge</a:t>
            </a:r>
            <a:br>
              <a:rPr sz="4000"/>
            </a:br>
            <a:r>
              <a:rPr b="0" lang="en" sz="4000" strike="noStrike" u="none">
                <a:solidFill>
                  <a:srgbClr val="808080"/>
                </a:solidFill>
                <a:effectLst/>
                <a:uFillTx/>
                <a:latin typeface="Inter ExtraBold"/>
                <a:ea typeface="Inter ExtraBold"/>
              </a:rPr>
              <a:t>Estimación de salarios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79960" cy="3159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9410827A-E6C9-4C75-9A8D-667CA39DC0AA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28,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1880" cy="185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Bienvenidos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1880" cy="185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7"/>
          <p:cNvSpPr/>
          <p:nvPr/>
        </p:nvSpPr>
        <p:spPr>
          <a:xfrm>
            <a:off x="180000" y="540000"/>
            <a:ext cx="845424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288000" y="1944000"/>
            <a:ext cx="19742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664000" y="1944000"/>
            <a:ext cx="1974240" cy="278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664000" y="1944360"/>
            <a:ext cx="1974240" cy="278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4968000" y="1944720"/>
            <a:ext cx="1974240" cy="25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948000" y="1945080"/>
            <a:ext cx="19742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🫠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3280" cy="298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Code challenge: Estimación de salarios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Analisis de datos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Modelación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3280" cy="80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13;p33"/>
          <p:cNvSpPr/>
          <p:nvPr/>
        </p:nvSpPr>
        <p:spPr>
          <a:xfrm>
            <a:off x="228600" y="1952280"/>
            <a:ext cx="2718000" cy="29556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Practicar procesos de tratamiento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14;p33"/>
          <p:cNvSpPr/>
          <p:nvPr/>
        </p:nvSpPr>
        <p:spPr>
          <a:xfrm>
            <a:off x="3209400" y="1952280"/>
            <a:ext cx="2718000" cy="29556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Construir modelos predictivos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215;p33"/>
          <p:cNvSpPr/>
          <p:nvPr/>
        </p:nvSpPr>
        <p:spPr>
          <a:xfrm>
            <a:off x="6190560" y="1952280"/>
            <a:ext cx="2718000" cy="29556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insigths de interés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3640" cy="1035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7640" cy="75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7640" cy="75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7640" cy="75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3640" cy="2521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3640" cy="1035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8640" cy="63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0040" cy="18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2717</TotalTime>
  <Application>LibreOffice/25.8.2.2$Windows_X86_64 LibreOffice_project/d401f2107ccab8f924a8e2df40f573aab7605b6f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2025-10-28T21:07:56Z</dcterms:modified>
  <cp:revision>40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