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705655-614A-4E91-A002-9FE861094B9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1F8238-C064-4E3E-8391-8ADF1BD16E2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74F963-AB4E-4C5C-A01A-F0461A36866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088AA6-762D-4232-AE1C-216A0AC18DB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72A5C8-5EAC-4203-894E-48C90E42F2B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7FF06B-627B-4145-A881-1E968D73391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F599CB-B4E5-4698-B8F8-D74034590FA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FB59DDE-21F6-4BBB-A3E6-1AC324CC7A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2D9D0B-8266-42E3-AA4E-70E91FDE6BC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830355-475B-41B1-866D-E97214B5EA5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0E6CE9-6ED1-4697-A205-9C57582B42D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DCA162-5558-4518-8B57-44044B56A8A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9C8CDB-D39F-4160-B702-B63634AB36B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F056A8-4637-4B92-BC94-9DFE7406817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F92CF5-0E51-474C-BB7F-17F55339484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F16935-CA85-4DF7-835B-1143A71DF94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62971C-1765-4C0F-A1A4-B841DC7B71A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39CFE8-E02B-447C-B9E7-2D3D78245F7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F3AA21-8193-4CBB-BDAE-ECE5D9DA1DD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B04382-4934-4598-8C91-1CC2EF1E7AB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E9F152-615B-4B45-991E-EA6C8AD353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708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3D0C40-6DD9-456E-A047-5CBB4C43A16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6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FBAB71-7AF4-4AA9-9512-915F55FF38B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44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6A9210-5350-44B6-A915-D439185FA5E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AFD756DF-4D01-4CEE-A1F5-1EF024D42FE0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31310F9-EE3D-4013-858E-5D5A950CC656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760" cy="39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B586DB7-0E68-47C9-811F-5B0F81E3A33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A71528-7277-4EC6-9DAC-530253CE7CF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600" cy="216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27 - Sprint 14</a:t>
            </a:r>
            <a:endParaRPr b="0" lang="es-MX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s-MX" sz="3600" strike="noStrike" u="none">
                <a:solidFill>
                  <a:srgbClr val="666666"/>
                </a:solidFill>
                <a:effectLst/>
                <a:uFillTx/>
                <a:latin typeface="Arial"/>
                <a:ea typeface="Inter ExtraBold"/>
              </a:rPr>
              <a:t>Proyecto final</a:t>
            </a:r>
            <a:endParaRPr b="0" lang="es-MX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3920" cy="31636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4C28BC9B-DE58-4F50-9B8D-D959BCA27699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29,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5480" cy="184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7840" cy="18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al proyecto final?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78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🤓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ahora me doy cuenta cuanto he aprendido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7840" cy="351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👌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Tranquilo, siento que conozco los temas pero necesito repasar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4968000" y="1944720"/>
            <a:ext cx="1977840" cy="29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Sorprendido, va requerir mucho de mi, necesito revisar mis apuntes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948000" y="1945080"/>
            <a:ext cx="1977840" cy="32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😶‍🌫️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comenzando, veo que hay temas que no recuerdo del todo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5;p2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80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Recap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2" descr=""/>
          <p:cNvPicPr/>
          <p:nvPr/>
        </p:nvPicPr>
        <p:blipFill>
          <a:blip r:embed="rId2"/>
          <a:stretch/>
        </p:blipFill>
        <p:spPr>
          <a:xfrm>
            <a:off x="3558240" y="0"/>
            <a:ext cx="5190480" cy="514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ubTitle"/>
          </p:nvPr>
        </p:nvSpPr>
        <p:spPr>
          <a:xfrm>
            <a:off x="277920" y="1322280"/>
            <a:ext cx="8517600" cy="3535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⭐ Revisión del proyecto final (30 min.)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❓Preguntas y respuestas (10 min.)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600" cy="103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7640" cy="184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Estructura del proyecto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49;p 1" descr=""/>
          <p:cNvPicPr/>
          <p:nvPr/>
        </p:nvPicPr>
        <p:blipFill>
          <a:blip r:embed="rId1"/>
          <a:stretch/>
        </p:blipFill>
        <p:spPr>
          <a:xfrm>
            <a:off x="228960" y="228960"/>
            <a:ext cx="864000" cy="19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4"/>
          <p:cNvSpPr/>
          <p:nvPr/>
        </p:nvSpPr>
        <p:spPr>
          <a:xfrm>
            <a:off x="97200" y="425160"/>
            <a:ext cx="8517600" cy="10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Tareas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"/>
          <p:cNvGraphicFramePr/>
          <p:nvPr/>
        </p:nvGraphicFramePr>
        <p:xfrm>
          <a:off x="2185560" y="1291320"/>
          <a:ext cx="6094080" cy="2614680"/>
        </p:xfrm>
        <a:graphic>
          <a:graphicData uri="http://schemas.openxmlformats.org/drawingml/2006/table">
            <a:tbl>
              <a:tblPr/>
              <a:tblGrid>
                <a:gridCol w="2022120"/>
                <a:gridCol w="766080"/>
                <a:gridCol w="3306240"/>
              </a:tblGrid>
              <a:tr h="2426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Tarea</a:t>
                      </a:r>
                      <a:endParaRPr b="0" lang="es-MX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SP</a:t>
                      </a:r>
                      <a:endParaRPr b="0" lang="es-MX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1" lang="es-MX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0938a"/>
                    </a:solidFill>
                  </a:tcPr>
                </a:tc>
              </a:tr>
              <a:tr h="27036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Proyecto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Obligatorio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27036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Dashboards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Opción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  <a:tr h="27036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Bases de datos (SQL)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Obligatorio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27036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Presentación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Obligatorio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  <a:tr h="27036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Prueba A/B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Obligatorio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27036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Descomposición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Obligatorio, Habilidades sociales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  <a:tr h="44964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Trabajar con documentación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0.5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Obligatorio, Habilidades sociales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3cac7"/>
                    </a:solidFill>
                  </a:tcPr>
                </a:tc>
              </a:tr>
              <a:tr h="272160"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s-MX" sz="10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Total</a:t>
                      </a:r>
                      <a:endParaRPr b="0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1" lang="es-MX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  <a:ea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7e5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600" cy="2525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Dudas y preguntas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8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600" cy="1039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600" cy="642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4000" cy="19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1734</TotalTime>
  <Application>LibreOffice/25.8.2.2$Windows_X86_64 LibreOffice_project/d401f2107ccab8f924a8e2df40f573aab7605b6f</Application>
  <AppVersion>15.0000</AppVersion>
  <Words>1567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2025-10-29T19:56:07Z</dcterms:modified>
  <cp:revision>28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46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46</vt:i4>
  </property>
</Properties>
</file>