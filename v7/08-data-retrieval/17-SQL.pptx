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907233-E3A8-4649-ACF9-DE556E2873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178711-EEE6-49DF-8108-DA4E796C07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6A6E64-DD81-4A56-AB66-36128CA6F9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A8E434-8F68-4480-977C-E8F81820254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061C29-953A-4A06-A47A-60D5AFE31F2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DC9B45-EB59-488D-B095-50C747EA07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A38DA4-EAE2-4369-9A93-25338BCA37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076EA0-D8EF-4132-9634-6825A76E0C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33DDAC-2DFB-4E01-AA3F-22E0FCD5EE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8E2CF4-30B7-43F9-97FC-40021599B27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AC765D-3508-46E3-9CF4-D7E177F75F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E6405A-16F3-4E08-9A19-91AA1CC90B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A18C4C-7EE7-4778-AA09-D547464EAC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A63D45-1ECB-47B4-A771-64D15A3D948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6C93D9-A803-40A0-85F5-50492D14D5D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2265FE-BC65-40BB-A6A3-A8DA674327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2FA51F-441A-4180-B4C8-C7D1695C51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37C34D-5BB3-44D0-8B65-5B89B87F30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B883E2-6E4D-4E5E-807D-9946BE3F6D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F26A21-41F0-43BD-9252-DEBB825631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AE554F-ED09-4547-B4A0-61850BF803C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947A37-19E8-4FFE-8B4D-7830A82C67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31BE80-F626-43E4-A6D0-EFE9103FAC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24171F-9D94-4F99-B7C7-2DEF6E9B920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1BF5A68-DFDA-4B4F-B7B9-7AC4AE18B8CE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BC47D6C-7C43-46A6-B8AF-9EAEFE9082C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6B9614-F472-45F8-B888-DAB592897C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CCA89A-7151-4BDC-A89B-4CC0BBFABF2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400" cy="21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19 - Sprint 8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720" cy="3165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F16289C-5D82-4994-A6FF-CBAFA9A0BAB7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7,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184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4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4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4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4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4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4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8317080" cy="2651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 al respecto?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6"/>
          <p:cNvSpPr/>
          <p:nvPr/>
        </p:nvSpPr>
        <p:spPr>
          <a:xfrm>
            <a:off x="540000" y="966960"/>
            <a:ext cx="8277120" cy="27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¿Podemos decir que una hoja de cálculo es una base de datos?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482;p 2" descr=""/>
          <p:cNvPicPr/>
          <p:nvPr/>
        </p:nvPicPr>
        <p:blipFill>
          <a:blip r:embed="rId2"/>
          <a:stretch/>
        </p:blipFill>
        <p:spPr>
          <a:xfrm>
            <a:off x="7183440" y="2352240"/>
            <a:ext cx="1383120" cy="229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400" cy="2988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a SQL (90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Practica en vivo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las sentencias SQL elementales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Interactuar con funciones de filtrado avanzadas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funciones de ventana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400" cy="2527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60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400" cy="64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2045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2025-09-07T21:47:51Z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