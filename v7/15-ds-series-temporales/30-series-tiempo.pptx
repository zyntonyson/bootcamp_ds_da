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984EEE-E48B-4A78-B77E-9174673EA7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817A20-2840-4979-BF8F-E33197BD89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1FCD56-9AB0-4BE3-80B2-9693B3C3822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844C04-CE8C-42D2-8C1A-6885CBF37D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D76EF5-5F59-4AF3-908B-6376125E5C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9CD53B-2FA5-4ADE-BB37-2556F62313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D9F1A2-73BD-494F-A9BC-85BDAA91E7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E83F81-E543-4664-8D02-A1144A2801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CD2244-B661-457E-B9AD-892586A534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DEE3B5-301E-4BB9-9F66-91417701A9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8B275E-D1B5-451C-AD4F-1D35D3F96DB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FC15E3-8BE4-4FD6-99D5-4CF0D049DD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AFEC19-AF85-41FE-8A37-3DE839B665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4E192C-8FB6-43C1-8770-83FFCBE993F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03DDDD-391B-4731-A729-AE8EC8DCF1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86A93F-ECCB-4060-9484-B352B0B7F8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634AB5-09AA-41A3-93E6-C08A482512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763501-8D6A-4238-B680-82652AF126A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6C5765-BD6A-4371-AD91-C013631E44B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CEF1FD-9488-469E-BDC9-945F81BD21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FC5D25-663B-4AF7-BBA6-3223180B8B9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03E17F-919D-4AEC-8ED1-1FB9C995B3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D77ED9-8227-464E-B967-6EC9BCC1D7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6F75C0-EFD6-44CF-802C-C54A70CFAC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04EAE05A-628F-46BC-8CF6-3DA60C1F430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88D76DD-A155-41DD-93A8-6BCB8A5B27B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3456B6-52F9-4190-A4B6-FF6E598DC9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4B8FC1-B57E-4EB3-906B-9128DB3D5C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30 - Sprint 15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series de tiempo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120" cy="3161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B47BDCBF-5E59-46C0-8817-57613CB449B4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Dec 9,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185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40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400" cy="27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400" cy="27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40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40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44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del conjunto AAPL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Suavizado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Componentes de la serie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Pronósticos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las características de los tantos temporales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Descomponer series de tiempo en sus componentes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Realizar pronósticos para series de tiempo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2628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2025-12-09T17:49:26Z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