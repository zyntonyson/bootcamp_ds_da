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1C7A7C3-7072-43F5-AC48-4D8E07E5328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C80C737-8B51-4392-9FA8-8AD02CE9C0D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CA78A12-32E2-41BA-9E0E-CA4B36DB270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8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5A9DE81-E795-4ADC-99D6-1B6BAF4CF4D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6B5844E-341A-4E0B-8163-02031A0C91F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3046EA-9127-4AAE-B07A-1E8838D297A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64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D824A17-3026-4A8C-9450-3E51AE0C9A1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A6DA512-2F4F-41B3-BCC9-A1DAA425FD1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DD4C28-BA39-4C19-AEA3-07294243135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5CBDAB-A7B5-47F1-A729-05AC69E4A8D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BDD7F94-1E19-4748-BA2F-A8967CBD712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ED9CF1E-D29A-4F22-BBA4-BD2B5FD62D9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B2AC289-9A63-4CB1-B1DC-515801300E5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D9EFC27-488D-49F5-95E5-6BEBBCB182E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6A195A4-B53F-4059-8E67-FCE13098DA2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8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E27625A-0E76-4B97-9C66-D31962AEB15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B1C7DEF-4A96-4C8D-9B54-2AA86EE27B7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00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8FA3CF-721C-41C0-B6A5-1802BC59A8C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64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1D2A452-FBF5-452A-8154-0697C374303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E69ED52-7AB4-4240-856B-33CC5385174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5E73BA-3198-40E0-A71B-A5B26916C04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086A38-44E4-4F13-8B24-B654DA3FA58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A754D09-1A25-4BEC-9095-F4029C837DC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DF47E33-4740-471E-9692-F1D711C6270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8BA7F534-F75C-4B59-B6AF-A902FCF30335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ED0F2E97-85CB-4D8C-A0F6-91B5C074FDC9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8373337-65B8-42B0-ABBA-D93D7534715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0DE13E2-F5CB-4B75-9A43-62D5C550501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6160" cy="21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29 - Sprint 15</a:t>
            </a:r>
            <a:br>
              <a:rPr sz="54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br>
              <a:rPr sz="40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Análisis de series de tiempo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56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2480" cy="31622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0F49C63A-4D25-4908-AC84-708D4106ED6F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Dec 10,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920" cy="1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4400" cy="185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6760" cy="180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676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6760" cy="279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6760" cy="279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6760" cy="25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6760" cy="25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🎉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56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4040" cy="2648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¿Que sabemos previamente?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447;p46" descr=""/>
          <p:cNvPicPr/>
          <p:nvPr/>
        </p:nvPicPr>
        <p:blipFill>
          <a:blip r:embed="rId1"/>
          <a:stretch/>
        </p:blipFill>
        <p:spPr>
          <a:xfrm>
            <a:off x="700560" y="3540240"/>
            <a:ext cx="1527120" cy="105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PlaceHolder 6"/>
          <p:cNvSpPr/>
          <p:nvPr/>
        </p:nvSpPr>
        <p:spPr>
          <a:xfrm>
            <a:off x="540000" y="534960"/>
            <a:ext cx="7919640" cy="189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¿Cuál seria tu pronóstico para el fin de semana?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Google Shape;49;p 1" descr=""/>
          <p:cNvPicPr/>
          <p:nvPr/>
        </p:nvPicPr>
        <p:blipFill>
          <a:blip r:embed="rId2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19" name=""/>
          <p:cNvGraphicFramePr/>
          <p:nvPr/>
        </p:nvGraphicFramePr>
        <p:xfrm>
          <a:off x="4507200" y="1838880"/>
          <a:ext cx="3561120" cy="2773440"/>
        </p:xfrm>
        <a:graphic>
          <a:graphicData uri="http://schemas.openxmlformats.org/drawingml/2006/table">
            <a:tbl>
              <a:tblPr/>
              <a:tblGrid>
                <a:gridCol w="2042640"/>
                <a:gridCol w="1518840"/>
              </a:tblGrid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MX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Dia</a:t>
                      </a:r>
                      <a:endParaRPr b="0" lang="es-MX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MX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Temperatura</a:t>
                      </a:r>
                      <a:endParaRPr b="0" lang="es-MX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MX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Lunes</a:t>
                      </a:r>
                      <a:endParaRPr b="0" lang="es-MX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s-MX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28°</a:t>
                      </a:r>
                      <a:endParaRPr b="0" lang="es-MX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MX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Martes</a:t>
                      </a:r>
                      <a:endParaRPr b="0" lang="es-MX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s-MX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35°</a:t>
                      </a:r>
                      <a:endParaRPr b="0" lang="es-MX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MX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Miercoles</a:t>
                      </a:r>
                      <a:endParaRPr b="0" lang="es-MX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s-MX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31°</a:t>
                      </a:r>
                      <a:endParaRPr b="0" lang="es-MX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MX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Jueves</a:t>
                      </a:r>
                      <a:endParaRPr b="0" lang="es-MX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s-MX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25°</a:t>
                      </a:r>
                      <a:endParaRPr b="0" lang="es-MX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MX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Viernes</a:t>
                      </a:r>
                      <a:endParaRPr b="0" lang="es-MX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s-MX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33°</a:t>
                      </a:r>
                      <a:endParaRPr b="0" lang="es-MX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MX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Sábado</a:t>
                      </a:r>
                      <a:endParaRPr b="0" lang="es-MX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MX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?</a:t>
                      </a:r>
                      <a:endParaRPr b="0" lang="es-MX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MX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Domingo</a:t>
                      </a:r>
                      <a:endParaRPr b="0" lang="es-MX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MX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?</a:t>
                      </a:r>
                      <a:endParaRPr b="0" lang="es-MX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5800" cy="298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Series de tiempo 🛠️  (90 min) 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Suavizado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Componentes de la serie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Pronósticos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5800" cy="80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213;p33"/>
          <p:cNvSpPr/>
          <p:nvPr/>
        </p:nvSpPr>
        <p:spPr>
          <a:xfrm>
            <a:off x="228600" y="1952280"/>
            <a:ext cx="2720520" cy="29581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Conocer las características de los tantos temporales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214;p33"/>
          <p:cNvSpPr/>
          <p:nvPr/>
        </p:nvSpPr>
        <p:spPr>
          <a:xfrm>
            <a:off x="3209400" y="1952280"/>
            <a:ext cx="2720520" cy="29581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Descomponer series de tiempo en sus componentes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215;p33"/>
          <p:cNvSpPr/>
          <p:nvPr/>
        </p:nvSpPr>
        <p:spPr>
          <a:xfrm>
            <a:off x="6190560" y="1952280"/>
            <a:ext cx="2720520" cy="29581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Realizar pronósticos para series de tiempo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56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6160" cy="10378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0160" cy="75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0160" cy="75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0160" cy="756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6160" cy="25239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2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360" cy="187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6160" cy="10378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1160" cy="640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2560" cy="190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2617</TotalTime>
  <Application>LibreOffice/25.8.3.2$Windows_X86_64 LibreOffice_project/8ca8d55c161d602844f5428fa4b58097424e324e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2025-09-18T17:04:36Z</dcterms:modified>
  <cp:revision>32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