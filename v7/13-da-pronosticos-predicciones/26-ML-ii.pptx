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46D35A-DDB6-4038-AE5D-0B11D57434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81181A-CA8B-44F5-B9F4-04B0127DB4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C528CD-FDF2-4AD4-94D5-52FE943082E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FB8153-FCE9-4C2C-A9B2-2CF8336F775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B114A3-EACE-4593-81B7-45D01EAE47F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D903CC-1B84-4506-B302-E59D048F7E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D03ED7-4CD8-4282-AA0B-4C6AF7FBB80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F39ACB-E629-41D6-9197-1BA86766864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23C315-6E17-42EF-BEB4-9BEDC8F1EB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EC57DC-B167-4B65-8059-A5C4FA01C3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AE00B3-602E-4134-BC76-7E83FEEEC0E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849F36-0E74-4C35-8C73-962C68E6BB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A7D6FB-C855-4254-93CC-80F465E584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C3CAAE-BD29-432D-8EDD-2E5F54F4709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6503BF-E7BC-4B0B-BB40-E6859DC55E5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734089-E4AA-438A-B577-6088171A2F7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97A870-4C2D-4DA2-8D33-5942B03B37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1CAAED-58F8-4C51-A019-835EC8F8E6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55D85C-8240-44FC-A27A-3139665C645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6F2D6E-B05D-480C-A08F-895ABF5CAAC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80E6C4-E7D6-43A5-A36F-4F503BC11C3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87BEBB-1AC0-463A-B5A8-F6B2E1C18E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B0C651-CAA6-4F2A-8BD4-2C85A316E2E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7E101A-256A-495A-9CD4-CFB79E51E17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6EB8E259-44A8-4CEF-83C3-354B0F5C7E9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43D6A5-B8FB-4F87-ACB4-3606E7D7F07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040" cy="21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26 - Sprint 13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br>
              <a:rPr sz="2000"/>
            </a:b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Pronósticos y predicciones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360" cy="3165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5409260F-0672-47D1-8D1C-CB34102C6D0C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Aug 28,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9040" cy="3537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⭐ Reflexionemos sobre el camino avanzado (5 min) ✨🤔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⭐ Tópicos de ML (80 min) 🚀🤖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• 🌸 Tratamiento de datos en ML (20 min) 🧹📊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• 🌲 Cuántos clusters escoger (20 min) 🔢📉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• 📈 Qué es la regresión (20 min) 🔮📐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• 🧪 Cómo evaluar un clasificador (20 min) 🩺⚖️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🤔 Reflexión y discusión: aprendizajes clave y aplicaciones al mundo real (10 min) 🌍💡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15;p2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80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Recap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2" descr=""/>
          <p:cNvPicPr/>
          <p:nvPr/>
        </p:nvPicPr>
        <p:blipFill>
          <a:blip r:embed="rId2"/>
          <a:stretch/>
        </p:blipFill>
        <p:spPr>
          <a:xfrm>
            <a:off x="3558240" y="0"/>
            <a:ext cx="51908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465;p48" descr=""/>
          <p:cNvPicPr/>
          <p:nvPr/>
        </p:nvPicPr>
        <p:blipFill>
          <a:blip r:embed="rId1"/>
          <a:stretch/>
        </p:blipFill>
        <p:spPr>
          <a:xfrm>
            <a:off x="3599280" y="2714760"/>
            <a:ext cx="2520720" cy="232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466;p 2" descr=""/>
          <p:cNvPicPr/>
          <p:nvPr/>
        </p:nvPicPr>
        <p:blipFill>
          <a:blip r:embed="rId2"/>
          <a:stretch/>
        </p:blipFill>
        <p:spPr>
          <a:xfrm>
            <a:off x="6769440" y="3578760"/>
            <a:ext cx="2230560" cy="146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467;p 2" descr=""/>
          <p:cNvPicPr/>
          <p:nvPr/>
        </p:nvPicPr>
        <p:blipFill>
          <a:blip r:embed="rId3"/>
          <a:stretch/>
        </p:blipFill>
        <p:spPr>
          <a:xfrm>
            <a:off x="160200" y="3240000"/>
            <a:ext cx="2359800" cy="17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468;p 2" descr=""/>
          <p:cNvPicPr/>
          <p:nvPr/>
        </p:nvPicPr>
        <p:blipFill>
          <a:blip r:embed="rId4"/>
          <a:stretch/>
        </p:blipFill>
        <p:spPr>
          <a:xfrm>
            <a:off x="7380000" y="253080"/>
            <a:ext cx="1295280" cy="172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115;p 1" descr=""/>
          <p:cNvPicPr/>
          <p:nvPr/>
        </p:nvPicPr>
        <p:blipFill>
          <a:blip r:embed="rId5"/>
          <a:stretch/>
        </p:blipFill>
        <p:spPr>
          <a:xfrm>
            <a:off x="22896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Google Shape;116;p 1"/>
          <p:cNvSpPr txBox="1"/>
          <p:nvPr/>
        </p:nvSpPr>
        <p:spPr>
          <a:xfrm>
            <a:off x="97200" y="424800"/>
            <a:ext cx="8520120" cy="800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Reflexiona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60000" y="1122840"/>
            <a:ext cx="6480000" cy="157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s-MX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💭 “Ahora que llegas al final del bootcamp, ¿cómo describirías tu evolución personal y profesional? ¿Qué habilidades nuevas reconoces en ti y de qué manera sientes que ha cambiado tu forma de pensar con datos?” 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213;p33"/>
          <p:cNvSpPr/>
          <p:nvPr/>
        </p:nvSpPr>
        <p:spPr>
          <a:xfrm>
            <a:off x="2286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Aprendamos a tratar datos previos a un modelo de ML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214;p33"/>
          <p:cNvSpPr/>
          <p:nvPr/>
        </p:nvSpPr>
        <p:spPr>
          <a:xfrm>
            <a:off x="32094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Conozcamos la tarea de regresion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215;p33"/>
          <p:cNvSpPr/>
          <p:nvPr/>
        </p:nvSpPr>
        <p:spPr>
          <a:xfrm>
            <a:off x="619056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Evaluemos que tan bueno es un clasificador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!Vayamos a la práctica!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0" y="1914120"/>
            <a:ext cx="684000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   for all!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040" cy="6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1472</TotalTime>
  <Application>LibreOffice/25.8.0.4$Windows_X86_64 LibreOffice_project/48f00303701489684e67c38c28aff00cd5929e67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2025-08-28T11:43:50Z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