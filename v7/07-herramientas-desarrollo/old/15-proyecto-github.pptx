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2_Inter_Italic.fntdata" ContentType="application/x-fontdata"/>
  <Override PartName="/ppt/fonts/Font_3_Inter_BoldItalic.fntdata" ContentType="application/x-fontdata"/>
  <Override PartName="/ppt/fonts/Font_1_Inter_Bold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7772400" cy="10058400"/>
  <p:embeddedFontLst>
    <p:embeddedFont>
      <p:font typeface="Inter Medium"/>
    </p:embeddedFont>
    <p:embeddedFont>
      <p:font typeface="Inter"/>
      <p:bold r:id="rId10"/>
      <p:italic r:id="rId11"/>
      <p:boldItalic r:id="rId12"/>
    </p:embeddedFont>
    <p:embeddedFont>
      <p:font typeface="Inter ExtraBold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font" Target="fonts/Font_1_Inter_Bold.fntdata"/><Relationship Id="rId11" Type="http://schemas.openxmlformats.org/officeDocument/2006/relationships/font" Target="fonts/Font_2_Inter_Italic.fntdata"/><Relationship Id="rId12" Type="http://schemas.openxmlformats.org/officeDocument/2006/relationships/font" Target="fonts/Font_3_Inter_BoldItalic.fntdata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2E29DF-7A9A-42A2-BD2F-3B543F9E2F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D584BE-E7B6-4F65-87B5-847C5AEE694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02F3AC-4B55-4399-98D4-EA8EDC86AC5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55000" lnSpcReduction="19999"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18F6CB-B5FE-436B-8D8D-CEAD62F729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291AAF-812B-4C1A-90F3-CE6B73550F7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D84B2E-E441-4876-B313-667D2A012D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9C57A0-5B88-4B7D-9D97-7C95EBDD77A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5ADCB5-F06F-4B09-AD01-5D8BE5CA294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B7CA03-0CEF-4655-B461-ABBE852455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760" cy="13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15 - Sprint 7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del Sprint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152280" y="4556520"/>
            <a:ext cx="868608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April 24, 2024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1240" y="219240"/>
            <a:ext cx="851976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80000" y="1080000"/>
            <a:ext cx="82796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Introducción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(5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Conectemos, expliquemos los objetivos de la sesión y aclaremos la dinámica de trabajo. 🙌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Repaso de aprendizajes del Sprint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Revisaremos juntos lo aprendido: uso de terminal, VS Code y control de versiones con Git. Un espacio breve para reforzar lo esencial. 🧠✨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Code Challenge 📊🚀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(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75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Resolveremos un reto práctico para integrar habilidades🌐 📈.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Cierre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(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10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Compartiremos aprendizajes, retos superados y próximos pasos. Además, un espacio para preguntas abiertas y reflexiones finales. 🔑✨💻🤝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13;p33"/>
          <p:cNvSpPr/>
          <p:nvPr/>
        </p:nvSpPr>
        <p:spPr>
          <a:xfrm>
            <a:off x="2286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  tecnologías diarias comunes para los profesionales de los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214;p33"/>
          <p:cNvSpPr/>
          <p:nvPr/>
        </p:nvSpPr>
        <p:spPr>
          <a:xfrm>
            <a:off x="32094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Configura tu propio ambiente de desarrollo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215;p33"/>
          <p:cNvSpPr/>
          <p:nvPr/>
        </p:nvSpPr>
        <p:spPr>
          <a:xfrm>
            <a:off x="619056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 tu primer repositorio y despliegalo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 del sprint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140;p2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hemos aprendido?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42;p25"/>
          <p:cNvSpPr/>
          <p:nvPr/>
        </p:nvSpPr>
        <p:spPr>
          <a:xfrm>
            <a:off x="228600" y="1490760"/>
            <a:ext cx="2779200" cy="342360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CO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Uso de terminal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Aprendimos a usar la terminal para navegar, ejecutar programas y automatizar tareas, mejorando la eficiencia en la manipulación de datos y proyectos de análisi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143;p25"/>
          <p:cNvSpPr/>
          <p:nvPr/>
        </p:nvSpPr>
        <p:spPr>
          <a:xfrm>
            <a:off x="3182040" y="1490760"/>
            <a:ext cx="2779200" cy="342360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CO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Ambiente de desarrollo  con VS Code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s-CO" sz="15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Configuramos VS Code como entorno de desarrollo flexible, con extensiones que facilitan la escritura, depuración y organización de código, acelerando el análisis y colaboración en proyectos.</a:t>
            </a:r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144;p25"/>
          <p:cNvSpPr/>
          <p:nvPr/>
        </p:nvSpPr>
        <p:spPr>
          <a:xfrm>
            <a:off x="6135480" y="1490760"/>
            <a:ext cx="2779200" cy="342360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CO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Control de versiones con  Git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Dominamos Git para registrar, revertir y compartir cambios en proyectos de datos, asegurando trabajo colaborativo, trazabilidad y seguridad en el análisis.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760" cy="252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¡Vamos al reto!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96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640" cy="267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te sientes luego de la sesión?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760" cy="9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760" cy="6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1557</TotalTime>
  <Application>LibreOffice/25.8.0.4$Windows_X86_64 LibreOffice_project/48f00303701489684e67c38c28aff00cd5929e67</Application>
  <AppVersion>15.0000</AppVersion>
  <Words>1766</Words>
  <Paragraphs>184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2025-08-27T09:26:16Z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