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4D1824-29DA-4E0A-AB61-8A04624F801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B39EEB-BC50-48D4-AA6D-B234E64CFA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8A1919-A773-48DA-81D7-890DC5A8F7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515CA1-B380-441F-9B50-045B34DFB6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4C9DD4-9D6C-4A18-BDD9-86132F847A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1C9B5F-8E6D-4F88-9126-C262027B86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954A8E-1A00-4646-B707-E6E02D89F70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6A77C3-0977-4DAD-96E3-0A6AB1B13F4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6E3643-3F42-4230-808D-CFEC27982A8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9BB481-6D9B-466E-AD8D-91F25CA89B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143125-292B-4E96-9594-971F12CA74C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58FD16-93FD-4493-AA41-3CB67E31C7E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C743DC-BB90-4DEB-9FB9-B5E60C5949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9D92FB-6DA3-440F-8312-55C714F523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E8FE49-16B5-4E22-933F-86A2376D9B5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D26142-CB03-4A3F-9AE7-1C2F52BE7B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28ABDB-02E7-4381-8F5A-93D1145014B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9D552F-DC11-4301-BE51-3A77EBF841A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610724-8342-49C3-99B2-5CD08ED7915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F249F2-4C09-4802-A4C1-37CC4B57C57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208A42-43E7-4F58-8F22-B04D66CB8C1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36B360-1411-4DF3-AB16-AF53D8A1A4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5DDB81-B874-4CC4-AE1A-D996A1DF2C1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143A2E-DDCB-4DD3-95F8-5D6D57FDFBC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16822C72-87FC-408E-BD57-F26E5951D5C2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38799F0-3DB4-42D9-AD11-FDFD0F9C592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F41472-D923-4DEB-9A7C-AF5E7F7864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4E0143-B187-4738-A14F-2669875EC3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800" cy="21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23 - Sprint 12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Data Pipelines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120" cy="3161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3886797-C5BF-4508-899E-DF1F508D541B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1,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185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2647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7"/>
          <p:cNvSpPr/>
          <p:nvPr/>
        </p:nvSpPr>
        <p:spPr>
          <a:xfrm>
            <a:off x="180000" y="540000"/>
            <a:ext cx="845640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288000" y="1944000"/>
            <a:ext cx="19764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664000" y="1944000"/>
            <a:ext cx="19764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664000" y="1944360"/>
            <a:ext cx="19764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968000" y="1944720"/>
            <a:ext cx="19764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948000" y="1945080"/>
            <a:ext cx="19764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47;p46" descr=""/>
          <p:cNvPicPr/>
          <p:nvPr/>
        </p:nvPicPr>
        <p:blipFill>
          <a:blip r:embed="rId1"/>
          <a:stretch/>
        </p:blipFill>
        <p:spPr>
          <a:xfrm>
            <a:off x="700560" y="3540240"/>
            <a:ext cx="1526760" cy="10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6"/>
          <p:cNvSpPr/>
          <p:nvPr/>
        </p:nvSpPr>
        <p:spPr>
          <a:xfrm>
            <a:off x="540000" y="534960"/>
            <a:ext cx="7919280" cy="18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que los Analistas de datos los obtienen?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440" cy="29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Data Pipelines🛠️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ETL’s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Dashboards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80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Entender que son los DataPipelines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una ETL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un dashboard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800" cy="2523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8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800" cy="64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2650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2025-10-01T15:29:37Z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