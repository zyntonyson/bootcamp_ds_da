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780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552A2B7-5543-47E0-A703-77BEC0780E1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80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780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51FBBF4-199D-498A-94B7-7CAECBEC4A0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00F62A5-85F7-42E5-916A-68028EE620A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81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81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81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81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81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81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8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57F524F-63FF-4D29-8885-B8ED50BDCB6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1780ED8-AA0D-424F-871D-B9FB6C691E8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A274AD6-BB99-4717-89F3-AB26ADFC7AD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80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1FDA6A2-B5F1-4F62-92D3-53F6115778A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36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36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D5424EA-39A9-4DEF-9710-503ACF7DAEB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01FA585-8BF4-4E9C-AC66-CF301E94CF2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8419981-AD7D-4101-942C-C85C45CE2C3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36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F0E9F9A-BC9B-43F5-B61A-2D9790021F5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36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06916EB-74AB-47FF-AC12-425D02981CB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780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8CAF089-6A57-44B0-B69C-13E829EF686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80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780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FA3CBDC-74EC-46D4-8FF3-2D135F2FA10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04C77B0-A1AD-4BD2-9166-540D8847EB2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81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81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81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81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81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81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8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0521677-9F7C-4C50-8AA9-F63FA874FB1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8E1233B-B653-4ADA-BE73-CE0F579C436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160" cy="85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160" cy="298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FD67C6D-0B0C-4F8C-969E-919DCE9F9C9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80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D7BFED8-0FF1-4074-8873-B161CDE4251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36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36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CF6226B-43FA-4434-8E0B-B6BA5EDEFA5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94C3EFC-E13E-4437-AC03-AFA8A5ADF8A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9C51F38-443A-4068-90A0-D51A0652496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36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9F774B5-DAE8-4D94-A7C0-37ECA1D6D82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36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5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FFCBCC8-D93E-4154-A818-A1208AD6ADE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38307217-F11E-4A2C-B7AC-BB8FB300E719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EAC839B6-FF84-417F-8860-DD16075390F4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E7FAC21-6530-4EDB-9879-C0D77D9EF1D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2AB3B41-F23B-481E-BA8E-6C1B34568B0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8320" cy="216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54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20 - Sprint 10</a:t>
            </a:r>
            <a:br>
              <a:rPr sz="5400"/>
            </a:br>
            <a:r>
              <a:rPr b="0" lang="en" sz="40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 </a:t>
            </a:r>
            <a:br>
              <a:rPr sz="4000"/>
            </a:br>
            <a:r>
              <a:rPr b="0" lang="en" sz="40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Pruebas A/B</a:t>
            </a:r>
            <a:br>
              <a:rPr sz="4000"/>
            </a:b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720" cy="19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52280" y="3202200"/>
            <a:ext cx="8684640" cy="31644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9DA4056F-21D9-4BEC-98E2-09158D41C3DB}" type="datetime5"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Sep 3, 2025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080" cy="19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6560" cy="184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7"/>
          <p:cNvSpPr/>
          <p:nvPr/>
        </p:nvSpPr>
        <p:spPr>
          <a:xfrm>
            <a:off x="180000" y="540000"/>
            <a:ext cx="8458920" cy="180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Google Shape;49;p 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360" cy="19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288000" y="1944000"/>
            <a:ext cx="197892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2664000" y="1944000"/>
            <a:ext cx="1978920" cy="279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2664000" y="1944360"/>
            <a:ext cx="1978920" cy="279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4968000" y="1944720"/>
            <a:ext cx="1978920" cy="252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6948000" y="1945080"/>
            <a:ext cx="1978920" cy="252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🎉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240;p3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720" cy="19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6200" cy="2650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¿Que sabemos previamente?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447;p46" descr=""/>
          <p:cNvPicPr/>
          <p:nvPr/>
        </p:nvPicPr>
        <p:blipFill>
          <a:blip r:embed="rId1"/>
          <a:stretch/>
        </p:blipFill>
        <p:spPr>
          <a:xfrm>
            <a:off x="3807360" y="3445200"/>
            <a:ext cx="1529280" cy="1054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PlaceHolder 6"/>
          <p:cNvSpPr/>
          <p:nvPr/>
        </p:nvSpPr>
        <p:spPr>
          <a:xfrm>
            <a:off x="540000" y="1218960"/>
            <a:ext cx="8278920" cy="33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Un negocio quiere evaluar si cambiar el diseño de su sitio atraería más clientes, ¿Cómo crees que podemos evaluar esta hipótesis?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8" name="Google Shape;49;p 1" descr=""/>
          <p:cNvPicPr/>
          <p:nvPr/>
        </p:nvPicPr>
        <p:blipFill>
          <a:blip r:embed="rId2"/>
          <a:stretch/>
        </p:blipFill>
        <p:spPr>
          <a:xfrm>
            <a:off x="228600" y="228600"/>
            <a:ext cx="864360" cy="191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ubTitle"/>
          </p:nvPr>
        </p:nvSpPr>
        <p:spPr>
          <a:xfrm>
            <a:off x="152280" y="2017800"/>
            <a:ext cx="8517960" cy="29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Bienvenida (10min)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Experimentación en los negocios 🛠️  (85 min) 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 Revisión de conceptos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¿Cómo decidir que experimentar?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Cómo diseñar un buen experimento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🤔  Reflexión y discusión: ¿Qué aprendimos en esta sesión? (10min)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Google Shape;49;p 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360" cy="19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7960" cy="80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213;p33"/>
          <p:cNvSpPr/>
          <p:nvPr/>
        </p:nvSpPr>
        <p:spPr>
          <a:xfrm>
            <a:off x="228600" y="1952280"/>
            <a:ext cx="2722680" cy="296028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Conocer la importancia de la experimentación en los negocios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214;p33"/>
          <p:cNvSpPr/>
          <p:nvPr/>
        </p:nvSpPr>
        <p:spPr>
          <a:xfrm>
            <a:off x="3209400" y="1952280"/>
            <a:ext cx="2722680" cy="296028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Cómo diseñar una prueba A/B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215;p33"/>
          <p:cNvSpPr/>
          <p:nvPr/>
        </p:nvSpPr>
        <p:spPr>
          <a:xfrm>
            <a:off x="6190560" y="1952280"/>
            <a:ext cx="2722680" cy="296028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Cómo controlar el error al realizar una prueba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5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720" cy="19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8320" cy="10400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72320" cy="758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72320" cy="758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72320" cy="758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8320" cy="2526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Vamos al código!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1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6520" cy="189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8320" cy="10400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3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3320" cy="642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4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4720" cy="192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2586</TotalTime>
  <Application>LibreOffice/25.8.0.4$Windows_X86_64 LibreOffice_project/48f00303701489684e67c38c28aff00cd5929e67</Application>
  <AppVersion>15.0000</AppVersion>
  <Words>1731</Words>
  <Paragraphs>193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2025-09-03T19:49:45Z</dcterms:modified>
  <cp:revision>28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36</vt:i4>
  </property>
  <property fmtid="{D5CDD505-2E9C-101B-9397-08002B2CF9AE}" pid="3" name="Notes">
    <vt:i4>50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50</vt:i4>
  </property>
</Properties>
</file>