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02F865-D75F-48BC-A8B7-96C5766C65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F32AD6-A17F-4115-90DE-68248FBF35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9DF3A0-A490-4A17-85E2-2794114FDE0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8DC0DB-2A12-4B6C-BD10-241E6183E9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641493-7FBC-4BFE-BCA6-DE591FE56D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83852B-CAA8-48F4-9A97-F1A5F09309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DC1955-BBA9-4601-96C0-8A0D8E1DFE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107491-3852-40DE-B4AF-309F9AC005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DF3C01-772D-4373-AE57-E5D95A9A8E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A84BAF-1A19-40E5-97C6-6DAC64469C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6319E1-DDF6-4FDF-BF9B-3C50FBF1A4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271368-455F-42BE-97D0-E4948ADCD9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F891AF-614A-4064-90AE-58BE4BAD47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F5695C-10BB-45CA-8A2A-7507C3FFD7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069B6B-5B94-44BA-812F-6B631CAC47A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0681EA-A5B3-42EF-ABC0-340F6BFEDD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692ABC-5FB6-47B3-A517-A47D0C1F31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C72B93-FED3-4026-B865-2DEF35B0E3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868997-402B-44E1-9AED-488FCF7861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5C17A8-C1D3-4FBC-8C66-593065DA55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1B3C92-07B2-47E7-88D6-1363CC51A2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3890BC-A2AC-48FA-AF6C-417549FAC8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0B2CCF-360D-466E-8B68-67A91244B4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571D36-7A0B-4D9B-942B-943AEF1A969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98C924B-2923-48A1-B826-612F0A68534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A260C8A-629C-4607-A598-505DDB69EAE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0720" cy="3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4D8A3D-DC9C-4DCF-8D16-CF6E989665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00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8E84C8-7979-4DDB-B491-C63C84E74A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960" cy="21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26 -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Inter ExtraBold"/>
              </a:rPr>
              <a:t>Implementación de modelos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280" cy="3164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F1FBB1AC-81E8-4EB9-A7D6-CE3A77468E72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18,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960" cy="1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440" cy="18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280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24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Reflexiona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3960000" y="0"/>
            <a:ext cx="5219640" cy="52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7960" cy="3535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Revisión de conceptos (10 min)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🔢 Implementación de modelos personalizados de aprendizaje (50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🧠 Cierre y reflexión (5 min) </a:t>
            </a: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213;p33"/>
          <p:cNvSpPr/>
          <p:nvPr/>
        </p:nvSpPr>
        <p:spPr>
          <a:xfrm>
            <a:off x="2286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Abstraer conceptos matemáticos a implementaciones funcionales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4;p33"/>
          <p:cNvSpPr/>
          <p:nvPr/>
        </p:nvSpPr>
        <p:spPr>
          <a:xfrm>
            <a:off x="32094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personalizados de aprendizaje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15;p33"/>
          <p:cNvSpPr/>
          <p:nvPr/>
        </p:nvSpPr>
        <p:spPr>
          <a:xfrm>
            <a:off x="619056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el desempeño de nuestros modelos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960" cy="2525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960" cy="6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1658</TotalTime>
  <Application>LibreOffice/25.8.2.2$Windows_X86_64 LibreOffice_project/d401f2107ccab8f924a8e2df40f573aab7605b6f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2025-11-18T17:53:35Z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