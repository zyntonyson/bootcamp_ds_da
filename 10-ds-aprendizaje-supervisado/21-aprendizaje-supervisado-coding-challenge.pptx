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7B3CFE-7843-4958-A649-9B642AFE2F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B9F4BA-565D-4CFC-885B-6F91BA54E0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78D95B-D13F-42A1-8410-09F4EF93A4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95CB4F-59E4-4627-83B4-306D974324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BFA08D-7FAE-48F6-A2B8-9351C41B6E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CCC82-E5A8-4AF6-8EAE-DBD255438D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6F4722-7ADF-4CA7-AAD0-D5B9E6A1B4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FE74AF-5A95-4DD2-9749-CCC24A3E6C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30B447-790B-4ADB-9B09-572183887EC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71A4EC-16DA-4DE3-BFBF-C337FD9490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0AF79E-EB94-464A-AC83-077347A6FE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A97587-C917-4859-A2C7-5A4E13AA76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D1EF03-5FD2-4E6F-BD99-9CD3CEF20C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6C6746-46E0-4DBF-B307-6AEFD7C27B0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A3FE69-85E1-4FDC-878F-65186AA626C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390068-A468-4997-A82E-72CAE6406F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F51CCB-5417-4A0F-8214-1145ABF8998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6A38DE-C54D-4ABC-B78A-04B8AB9377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4998A1-3137-45E0-B3D2-936B047927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353DF8-4770-458F-9BBE-94147370E8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E72283-9CC0-40EC-9FFE-224B6A5D6EE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B23C58-D93B-43F1-A481-4FED44886E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6A274F-0505-4AC3-93F6-2B878117A1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3FD5A2-FA90-4E31-B176-D988E6AC36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9AC0975-F1D9-455E-A717-B55E46A057B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36DDF08-FB13-4ED1-8D37-C453C5C3897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CB8647-AD16-4304-A7FC-A2B20015F35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19D61A-4C0B-4201-9372-A0C48D3D5B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080" cy="21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21 - Sprint 10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Aprendizaje máquina: Aprendizaje supervisado</a:t>
            </a:r>
            <a:br>
              <a:rPr sz="4000"/>
            </a:br>
            <a:r>
              <a:rPr b="1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code challenge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400" cy="3161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14C6151B-0F02-409A-9E15-0507D9089389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7,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7"/>
          <p:cNvSpPr/>
          <p:nvPr/>
        </p:nvSpPr>
        <p:spPr>
          <a:xfrm>
            <a:off x="180000" y="540000"/>
            <a:ext cx="8455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288000" y="194400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664000" y="194400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664000" y="194436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968000" y="1944720"/>
            <a:ext cx="197568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948000" y="194508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320" cy="185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4720" cy="298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Code challenge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Codificación de variables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Entrenamiento con clases desbalanceadas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Evaluación de un clasificador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Reporte de resultados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8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forma de codificar variables categóricas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Manejar dataset con clases desbalanceadas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el desempeño de un clasificador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08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2642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2025-10-07T17:30:34Z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