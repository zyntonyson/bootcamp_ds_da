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D62643-854A-4B43-9284-3BF9F66C9A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7F10C5-2490-48EF-A9BD-5039167085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A35950-1217-4914-BE0F-612294C7E3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A6312D-E34F-4408-8496-31A20F10EC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E3F0D-7654-410A-8E26-AAF45A0C12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BF78F7-84DE-4FAE-809E-69FD0DAF36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9C849B-EC14-42F8-A494-74F223D2AC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AC9F7E-6501-4CD5-8FC6-4D3A876E27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026E1F-CD56-41ED-BD96-C18F84A752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34B37E-581B-4B6E-B811-0DF2C56E15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CB64E4-F85F-4F95-907B-88464E446C6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63592F-1A17-44B3-A4C3-22AAECA01A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99D99A-FCC2-4031-88D1-EA39D1048D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5D97F4-0358-44ED-917C-BA53497C36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DC7B7E-1AB8-4171-845E-3C533B5545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A44FDF-27C3-4639-9421-0B800C0F99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1552FF-2001-4EF5-9827-2A570E8EE41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821ED0-00AB-4051-92BA-D3D94DDF77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7B4A06-852F-4168-A9E2-83A0C2CB30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76C187-9B9F-4F71-849E-262FC211C0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EFA74B-8825-4C81-96AE-4EC133294D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95DC6D-F4D6-4EB5-9A1D-D45D5DC3C0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2EB5C4-E0FF-4300-A66A-8A72629118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EEB90A-841C-4D4F-8AB6-7BD870CE1F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24402B7-391D-4A5E-89F9-1C333613B8E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C3AB584-0BF0-482F-852F-99B2223172C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BC3847-0755-4EB1-A280-87603A24E4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D11345-807B-4968-A3D2-BC103C5F68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440" cy="21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20 - Sprint 10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Aprendizaje máquina: Aprendizaje supervisado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76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ED2BD4B-0BB4-4216-93EE-54EE741CBCF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30,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5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320" cy="2647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4140000" y="1800000"/>
            <a:ext cx="3087360" cy="26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792000" y="498960"/>
            <a:ext cx="827604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 del desempeño de estos clasificadores?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563;p61" descr=""/>
          <p:cNvPicPr/>
          <p:nvPr/>
        </p:nvPicPr>
        <p:blipFill>
          <a:blip r:embed="rId3"/>
          <a:stretch/>
        </p:blipFill>
        <p:spPr>
          <a:xfrm>
            <a:off x="6683040" y="3572640"/>
            <a:ext cx="2136240" cy="12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4"/>
          <a:stretch/>
        </p:blipFill>
        <p:spPr>
          <a:xfrm>
            <a:off x="720000" y="1845360"/>
            <a:ext cx="2879640" cy="251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080" cy="298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Topicos Machine Learning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Codificación de variables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Entrenamiento con clases desbalanceadas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Evaluación de un clasificador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8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13;p33"/>
          <p:cNvSpPr/>
          <p:nvPr/>
        </p:nvSpPr>
        <p:spPr>
          <a:xfrm>
            <a:off x="2286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forma de codificar variables categóricas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4;p33"/>
          <p:cNvSpPr/>
          <p:nvPr/>
        </p:nvSpPr>
        <p:spPr>
          <a:xfrm>
            <a:off x="32094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Manejar dataset con clases desbalanceadas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15;p33"/>
          <p:cNvSpPr/>
          <p:nvPr/>
        </p:nvSpPr>
        <p:spPr>
          <a:xfrm>
            <a:off x="619056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el desempeño de un clasificador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440" cy="2523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44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2640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2025-09-30T14:32:43Z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