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DF2E9C-B225-47F7-BDCF-EEB5989C8C4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7D0CAC-D27F-492A-933B-0C0F94BF15F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17939A-14E9-497A-9AA9-C58ED66CB1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717A40-D13F-4A00-B4B5-2E1990EF8AA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AE2659-FA7F-46EC-A1E2-5E53CDF87D0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D2A513-F0BB-4699-A28C-71D3E025FE7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E96CE6-CC01-426C-9B0A-888537344CB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4AC198-C4B7-48A2-BF58-812B21DF108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3B26E2-EDD2-44EC-9500-B19A98B6D28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A8C8A4-D9DF-4F32-B239-E307B591144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D4880E-A3B4-4CFE-BCB5-2255F949D0A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191E98-A019-4513-8127-B8D19391FC1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BAEFD7-4744-48BB-8131-77EBB80E1A6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B5B613-5A5D-4B39-B364-98BEC2B31D4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0864CB-2FF6-45A6-AFB4-E0E1C7B02E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D02C64-3D48-4BE2-8531-9D85E6E3D68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88B89A-FC76-4B0A-B76A-DD728178E56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4F513F-5AD1-479B-BA7E-E606805D25E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EECAD2-8D78-4DF6-BFD7-0994F83489F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43ACF5-125C-453E-ABCF-A5D0947EC25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646E5C-9A19-479B-933F-ED640D61004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ECBFF7-AAE3-4227-9BF9-E88EB9F1C67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EB93D0-B1D5-42A6-9E62-2B21598C14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F8101E-2F81-4CCF-9D0E-F88F07ABC0A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AA1E7197-6CAC-42B8-A1DF-73970DC04FA6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3F863A1-FDC8-4254-BF2B-C1EB80C4ABBF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DE4D05-0EE8-49DD-AAED-42D9896F19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015D83-146A-43F4-8D4E-9FACB8FFBF4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2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800" cy="216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31 - Sprint 16</a:t>
            </a:r>
            <a:br>
              <a:rPr sz="54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Embeddings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2120" cy="3161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B64F5816-7B02-4804-AB95-367CC71839DF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Oct 9,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040" cy="185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640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64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6400" cy="27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6400" cy="27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6400" cy="25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6400" cy="25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680" cy="2647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sabemos previamente?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447;p46" descr=""/>
          <p:cNvPicPr/>
          <p:nvPr/>
        </p:nvPicPr>
        <p:blipFill>
          <a:blip r:embed="rId1"/>
          <a:stretch/>
        </p:blipFill>
        <p:spPr>
          <a:xfrm>
            <a:off x="700560" y="3540240"/>
            <a:ext cx="1526760" cy="10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6"/>
          <p:cNvSpPr/>
          <p:nvPr/>
        </p:nvSpPr>
        <p:spPr>
          <a:xfrm>
            <a:off x="540000" y="510480"/>
            <a:ext cx="7919280" cy="36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¿Recuerdas?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1a1a1a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i="1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Bolsa de palabras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1a1a1a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i="1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Tf-IdF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1a1a1a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i="1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Embeddings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Google Shape;49;p 1" descr=""/>
          <p:cNvPicPr/>
          <p:nvPr/>
        </p:nvPicPr>
        <p:blipFill>
          <a:blip r:embed="rId2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5440" cy="298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Embeddingsl 🛠️  (90 min)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Aritmética de embeddings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Modelos de regresión basados en textos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80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la aritmética de embeddings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Convertir textos a representaciones vectoriales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Entrenar regresores con textos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800" cy="2523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8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800" cy="64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2629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2025-10-09T16:03:01Z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