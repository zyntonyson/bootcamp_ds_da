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C96329-960C-4BC6-8366-97FC4C73601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E53EC2-FD06-4C16-99BF-098EAB2100E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E8C0D2-CBFF-402F-8DD4-B131D6AA728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796406-7838-4117-97BA-B3695D8995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CBDE35-EEC9-432E-9B9A-1A0E5D3D5D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ED4C90-6820-480B-A2E2-C5890A08802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251654-44F7-4316-8E82-0F5783F2F9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B4E6A0-8EB2-494B-990F-708E6C937CF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A8E1C1-94B3-401A-8E62-8BD144AF7C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1A74D3-3F3F-4C6D-B91C-B1904495950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225591-48AB-4371-B647-A7CA078701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4C8CFD-54A1-448C-B70C-124C159683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8EB8AA-440F-4B69-B63B-54B06AE88EE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793472-828B-4AD0-A247-49935E93B4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2AB2D6-3B57-4EE2-9B98-C490964DA19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4A86A7-80CE-437D-B3FD-C465F1C0573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AF9DF0-FB7B-4104-9D4B-113A338497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AFAB6F-C3B2-4FAE-B126-6AC7C055A3D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B73B26-665D-4F86-B287-E54CE286AE3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AEA3DD-E7D5-4BEF-AD4F-FD2B05E3533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6FFEFE-5C0B-40E1-9314-D807C28AE0A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6A84D8-9E7C-4CDF-B7CE-0BD74CCDF2B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BE432D-884D-486E-AF39-2DC7F60305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C05C8F-3B82-4CFE-9E65-E31419C743A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80266AA-C865-4060-9CAF-9F58F1A8DD66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DB34E0D-0D04-499E-BA7B-A097B1C5721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CD6B75-122F-4897-9C43-95976514135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791E74-3EFB-49AF-90CA-1CFDEE6891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160" cy="21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31 - Sprint 16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de textos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480" cy="3162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A20E8F9-BB61-4C77-93A7-311BC45251DE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2,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400" cy="18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76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7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760" cy="27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760" cy="27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760" cy="25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760" cy="25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040" cy="2648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47;p46" descr=""/>
          <p:cNvPicPr/>
          <p:nvPr/>
        </p:nvPicPr>
        <p:blipFill>
          <a:blip r:embed="rId1"/>
          <a:stretch/>
        </p:blipFill>
        <p:spPr>
          <a:xfrm>
            <a:off x="700560" y="3540240"/>
            <a:ext cx="1527120" cy="105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540000" y="534960"/>
            <a:ext cx="7919640" cy="18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retos nota al trabajar a un dataset del estilo?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9" name=""/>
          <p:cNvGraphicFramePr/>
          <p:nvPr/>
        </p:nvGraphicFramePr>
        <p:xfrm>
          <a:off x="2706480" y="2204280"/>
          <a:ext cx="6125040" cy="1935720"/>
        </p:xfrm>
        <a:graphic>
          <a:graphicData uri="http://schemas.openxmlformats.org/drawingml/2006/table">
            <a:tbl>
              <a:tblPr/>
              <a:tblGrid>
                <a:gridCol w="4435200"/>
                <a:gridCol w="1690200"/>
              </a:tblGrid>
              <a:tr h="3229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Comentario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Categoria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229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Textura cómoda y ligera buen producto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positiva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29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El mejor limpiador que probé satisfecha 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positiva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29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 irritó la piel desde la primera aplicación muy malo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negativa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29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El aroma es demasiado fuerte mal producto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negativa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11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 eliminó manchas como esperaba mal producto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negativa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800" cy="29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Procesamiento del lenguaje natural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Vectorización de textos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Modelos de prediccion basados en textos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8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el concepto de procesamiento del lenguaje natural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Convertir textos a representaciones vectoriales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Entrenar clasificadores con textos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160" cy="2523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8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160" cy="64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2626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2025-10-02T12:48:10Z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