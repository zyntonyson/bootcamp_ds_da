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EDB40D-1C5B-467E-8A37-657BF31187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7C0C11-389D-403E-A750-9AE85F1A0F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378D2A-3DF9-4B56-811B-8DB8FADCF0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1B1CF-4C70-486D-BB9B-EF098439C8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644B59-D8BE-4F7B-9EA2-8596B47AC29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99155A-CA1D-4A50-8877-CED5D856BC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F5F2E9-29F4-4849-8580-D65CA829D2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96D5A5-D9CB-4C17-9659-D6D90DB44B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276DC9-9AF6-42A9-B887-19A338695C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2E490D-91C4-4F79-A2B4-BE57FA0F4C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5B5B86-B747-4E0C-9162-55C55656EC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A7FCE3-82E2-4628-BDD5-F633B8E1B7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13F3D5-EE26-4826-8FB6-7A9A2AB8C8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8A5143-F623-4482-A932-39C547FCB87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35B214-56B2-4F55-A5AF-EF58AE40E5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1C453A-CD1B-4EAF-B875-804112D0D4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C746D1-0E06-43D3-A140-7C1D58029A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895D5F-47CE-40A4-A997-3DB8133A17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4C2DB6-ADED-4B7F-83EA-9596A9A157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584D6C-B4AD-4F67-A884-75F240EDEB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51A95D-8909-4A8A-984F-18D5CDB037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4FB1E7-CF6B-43B4-B394-A31C119615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D1009E-C01C-48C3-898F-3A4D9B36F1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271AB6-3D70-4BEC-A23C-89AA2C20E8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702D9A1-3B92-4468-ADF6-0B1FF0E65DC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C3D75AE-1A9D-47D8-A336-0BCA5B69E0F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77E0C6-F20C-424A-8F5F-837DFA0700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0E076C-2B86-4C52-9C6E-9AE0DD8FB5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8680" cy="216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20 - Sprint 10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Pruebas A/B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000" cy="3164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34281A6-66F0-4DA2-9A61-28DBAE3CB309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3,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184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92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9280" cy="27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conoci un poco de él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9280" cy="27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9280" cy="27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9280" cy="25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9280" cy="25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560" cy="2650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3807360" y="3445200"/>
            <a:ext cx="1529640" cy="10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1218960"/>
            <a:ext cx="8279280" cy="33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Un negocio quiere evaluar si cambiar el diseño de su sitio atraería más clientes, ¿Cómo crees que podemos evaluar esta hipótesis?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8320" cy="29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Experimentación en los negocios 🛠️  (85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¿Cómo decidir que experimentar?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Cómo diseñar un buen experimento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8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040" cy="29606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 importancia de la experimentación en los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040" cy="29606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diseñar una prueba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040" cy="29606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 considerar al diseñar una prueba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040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2680" cy="75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2680" cy="75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2680" cy="75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8680" cy="252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88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8680" cy="1040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3680" cy="6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2025-09-03T10:38:39Z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