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92D9F5-F34E-47C9-8222-F68110EDC3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6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DB7D2F-AABB-4374-B455-A8D2BF0590F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6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CD1ADC-B922-40AD-AE9D-E472BC05675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DA8448-B019-4807-884C-08373E6E4EA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0DAC3A-7438-432C-8164-29ED5D53E57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25BA0B-1EF9-4AB0-B856-5AACA290930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384D8A-7021-449E-AC2F-AB986590A1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9EA89E-3762-461A-9BAE-C185FC591B8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4442DF-2B44-49C7-8EA2-0CC9D68869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BBEB2C-74C4-47F0-AFC0-694D733A80F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DC4EDB-35BE-4629-BEB2-3BF6A66A5D5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9FB406-5899-4822-8507-ECF2169153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DBEBDF-5958-4EDA-BF01-37BB5516AA5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762ADF-A9E6-49DA-B58F-83B4C97C32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529E81-7411-4E69-BA0F-BF79684BFB6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89765B-2559-4E32-80BC-B9580DDACBA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F72EC7-1A58-410E-850E-AE85E9914DF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F45FE5-D3FA-4194-AC50-1B280A69285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0CA37F-AD64-4F0C-9C55-15A142C6700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207A5D-DC8C-4FE7-B887-C75DD36CB81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80BD33-CE57-4CB5-B103-DC18E992176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B18852-76FC-4F44-B530-F2F9C6CD91C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285949-BD7E-4813-8FEC-4859FF3937C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1B609C-35C8-48FC-A579-89D7EEE2F51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BB214871-6D37-422B-8449-E10F09F0A692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308052C-7AD5-416F-A418-D5EF69C0DFF8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5AD391-F8CA-4743-A050-2428957DF68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A869D2-5CD4-4544-B47F-C51328E7FE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680" cy="216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20 - Sprint 10</a:t>
            </a:r>
            <a:br>
              <a:rPr sz="54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Pruebas A/B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5000" cy="3164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907C1685-AB39-4FA6-BB41-FF6B8E553FAB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Sep 3,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920" cy="184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928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9280" cy="26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9280" cy="279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9280" cy="279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9280" cy="252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9280" cy="252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560" cy="2650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sabemos previamente?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447;p46" descr=""/>
          <p:cNvPicPr/>
          <p:nvPr/>
        </p:nvPicPr>
        <p:blipFill>
          <a:blip r:embed="rId1"/>
          <a:stretch/>
        </p:blipFill>
        <p:spPr>
          <a:xfrm>
            <a:off x="3807360" y="3445200"/>
            <a:ext cx="1529640" cy="1054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6"/>
          <p:cNvSpPr/>
          <p:nvPr/>
        </p:nvSpPr>
        <p:spPr>
          <a:xfrm>
            <a:off x="540000" y="1218960"/>
            <a:ext cx="8279280" cy="33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Un negocio quiere evaluar si cambiar el diseño de su sitio atraería más clientes, ¿Cómo crees que podemos evaluar esta hipótesis?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Google Shape;49;p 1" descr=""/>
          <p:cNvPicPr/>
          <p:nvPr/>
        </p:nvPicPr>
        <p:blipFill>
          <a:blip r:embed="rId2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8320" cy="298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Experimentación en los negocios 🛠️  (85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Revisión de conceptos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¿Cómo decidir que experimentar?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Cómo diseñar un buen experimento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80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la importancia de la experimentación en los negocios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diseñar una prueba A/B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Que considerar al diseñar una prueba A/B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680" cy="2526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88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680" cy="6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2475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2025-09-03T12:38:10Z</dcterms:modified>
  <cp:revision>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