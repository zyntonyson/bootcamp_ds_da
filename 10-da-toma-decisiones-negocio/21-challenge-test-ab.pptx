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4BEE8-397A-4251-A8C2-695780263A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71D54A-92D3-4EBD-83DD-EBAE520352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281278-13F8-4D59-B692-1E4E0403AA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0C31C6-C5AF-479E-8327-3ED20A33BF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1D348D-3112-4DF4-BABA-6D4335C1A7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1CD0E7-776D-4EDA-B677-786B34C6269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1EF1F7-46D2-43AC-B48A-58F1D6AC24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B83BB0-61A0-4A2E-875C-10514FD5A8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17E5D7-79DB-4AC7-9D6D-09CBE0D968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50CCB-F9C5-4A88-B48D-51E0E166DEE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434600-3D54-4A64-A718-34FDC93282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83ACB3-D922-49C7-A12D-FF415486AA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AE64C5-5A66-42B9-AB8D-861AA47A49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883BBF-1FFA-4313-89D5-C7B43A726D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FFF70A-FC5A-4935-8EFE-107C728850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98E0DE-26AD-4A7C-8567-0193A2C570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C911D0-D55A-4089-9AF9-4D8C0310E2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72259C-FBA7-4987-BF77-B37B753148F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099EDE-D84D-429A-B2CB-7CA91D8EDE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A036CA-DB00-40D2-8BFF-BD73885A4D3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550F00-B76C-4203-83D1-52D2E3E245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1160E-087A-4485-803E-FCC94F990A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6FBCDA-E740-41FE-AC12-FB4A33BB58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5A3752-D2A7-44A8-9514-63E881CA3D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2030801E-0F05-4F12-851D-AE103327942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55185F6-D51F-4EB4-8591-F4CB28270C0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E2C8B0-38E1-44F2-852B-8320E5A6FF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D6CEDC-3504-4D92-ADF9-6D7D6800EF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21 - Sprint 10</a:t>
            </a:r>
            <a:br>
              <a:rPr sz="6000"/>
            </a:br>
            <a:br>
              <a:rPr sz="2000"/>
            </a:br>
            <a:br>
              <a:rPr sz="2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Code challenge: Pruebas A/B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360" cy="3165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ED60DDA6-7C57-4729-9DA5-6A312F77B829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10,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185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12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1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1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040" cy="2988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 (10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Code challenge: Test A/B  (80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672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Recordemos algunos conceptos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2078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2025-09-10T17:17:36Z</dcterms:modified>
  <cp:revision>24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