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70A0A1-53C3-40E5-97A7-B5E800058A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62115C-B4D4-4098-88A7-46D240A7EE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BDD6E5-091F-481F-BC47-3355DDB7B2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421C76-E717-4099-B26E-28D05F9192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239C1-C565-4600-9408-91B1CF21D2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AA3456-2647-4130-BEB9-ABC5E792AB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9FCB86-8788-4A02-B210-25822E981D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7DC4DF-FB4A-4716-B89E-B33EF6543C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E0C168-4F77-478E-9F72-54E899386C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DCC105-AA58-4571-9AB1-B4FB8F33A8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E54C93-C81C-4080-95E9-A8B2B0F899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07A323-9EF0-4C4D-B464-05DD7A5E07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ABFBFE-E1F0-45FA-A7FB-B906FAE930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01869F-60F4-4F5D-9B60-04FC3AC7EA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519AAC-0920-4A97-8C65-E65A98A2ED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5D5286-44B7-450D-B5D4-247D7D6ADC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0A9299-995C-434A-B392-BE66295D25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7575FA-45DA-4C88-99C2-6008940787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DFBCED-78C4-48AD-84E1-4ACF43EA69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52C0DE-2098-4EA8-B6FC-A5F0D9F247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905068-64B0-42E8-A86D-2228A33EE1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C2315F-E081-40E0-B9EF-E4994719EB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8A4BD9-9E5D-42C4-9BDB-1DD6D58282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2FACA0-5301-4FEC-A8C6-AC44044FB1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A114E85-0A02-4A5A-ACAE-A6168BD9922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BD0EED1-F580-4FCF-A307-F222818AA11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23C76D-EA6E-489E-8FDC-0BCA8CAE53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8200" cy="3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2F3725-A572-4243-A00F-5F58BB5848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2920" cy="21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23 - Sprint 8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conexiones de datos con correlaciones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924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59EAB5B-921D-4996-B6F5-C5F124066C4C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29,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160" cy="18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8640" cy="18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100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644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10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10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2920" cy="338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conceptos(10 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proyecto del sprint (10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Caso de estudio: German city Bank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métricas de correlaciones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Interpretar resultados de análisis de correlación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Integrar pensamiento ético en el análisis de correlación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160" cy="18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8640" cy="26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292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7920" cy="63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4950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2026-01-29T17:40:45Z</dcterms:modified>
  <cp:revision>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