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3EF0E5-F22D-4ABC-86B0-786EAE9700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171512-9D87-48B5-BC0B-9A7A1BECC6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009D93-3FBF-41A6-A70F-5D294EAF2C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5EE0F3-E52E-437D-B25A-A9C7FE23C6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55ED86-76A3-48BD-8E26-8C955D0B8D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E18D3E-CDDE-498B-95C0-25CEB2A8ED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AE949A-C256-43D9-B916-EAFBE4138D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378BBA-7057-4D2B-AF97-648176BE3E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24C5B8-8F04-4D1F-A12F-A775EC6E7B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D75788-0DDE-4EE6-BA0A-15D6B1C90C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4AAF61-408B-434F-B0B0-8258BD53E4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090E24-35E6-46A8-AA13-B4A66C15CB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378DDD-FAB8-4D21-A8A9-239C623486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529B35-B384-4A2D-BE57-56BD860A92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63241B-7B2E-49E8-948B-F9F9FB18C4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111DDD-E9DA-4D05-A64E-45653B6972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BA76DE-FAB0-4382-AECD-117875605A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C43A1A-6D3B-4DD6-96E2-FF4427EE9F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502714-DD94-4237-AF86-9BFB3146BB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5C589F-4413-4A0C-B7CB-4E42A95D1B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01A7E6-C82A-47D1-9489-41DF9AE31C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122139-3430-4CC0-9270-46FD77842C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DB146-B3DD-4C5D-9859-98D10F621C1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844EA4-A2AA-4077-9CCB-E7ECC071F6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4D8B244-84D4-48DA-B00A-DEF5EC70EF1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91796EC-0DD8-4C67-AF64-7D66537DB9A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236272-4497-43CA-B88A-1D14F3037B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F95D4A-D8FD-47AB-AAE3-812FE3F7A8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440" cy="21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25 - Sprint 9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Valida hipótesis de negocio con pruebas estadísticas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76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E4FCD8C-73E4-46E8-B6A0-97ADACA7CCAE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12,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5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080" cy="298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Pruebas de hipotesis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Elementos de una prueba de hipótesis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Resolución de pruebas de hipótesis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8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Diseñar pruebas de hipótesis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pruebas de hipótesis de una y dos colas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Tomar decisiones basadas en evidencias estadística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440" cy="2523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44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2850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2026-02-12T19:48:04Z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