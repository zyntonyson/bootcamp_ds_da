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Default Extension="fntdata" ContentType="application/x-fontdata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presentation.xml" ContentType="application/vnd.openxmlformats-officedocument.presentationml.presentation.main+xml"/>
  <Override PartName="/ppt/slideMasters/slideMaster26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Masters/_rels/slideMaster13.xml.rels" ContentType="application/vnd.openxmlformats-package.relationships+xml"/>
  <Override PartName="/ppt/slideMasters/_rels/slideMaster26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25.xml.rels" ContentType="application/vnd.openxmlformats-package.relationships+xml"/>
  <Override PartName="/ppt/slideLayouts/slideLayout23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_rels/slideLayout23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2.xml.rels" ContentType="application/vnd.openxmlformats-package.relationships+xml"/>
  <Override PartName="/ppt/presProps.xml" ContentType="application/vnd.openxmlformats-officedocument.presentationml.presPro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_rels/presentation.xml.rels" ContentType="application/vnd.openxmlformats-package.relationships+xml"/>
  <Override PartName="/_rels/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  <p:sldMasterId id="2147483676" r:id="rId5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9144000" cy="51435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13.xml"/><Relationship Id="rId4" Type="http://schemas.openxmlformats.org/officeDocument/2006/relationships/slideMaster" Target="slideMasters/slideMaster25.xml"/><Relationship Id="rId5" Type="http://schemas.openxmlformats.org/officeDocument/2006/relationships/slideMaster" Target="slideMasters/slideMaster26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4560" cy="853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1120" cy="1418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1120" cy="1418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4560" cy="1418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1"/>
          </p:nvPr>
        </p:nvSpPr>
        <p:spPr>
          <a:xfrm>
            <a:off x="8472600" y="4663080"/>
            <a:ext cx="543240" cy="388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2243EC3-129F-4D7D-86CA-93595A59238E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4560" cy="853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4560" cy="1418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4560" cy="1418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sldNum" idx="2"/>
          </p:nvPr>
        </p:nvSpPr>
        <p:spPr>
          <a:xfrm>
            <a:off x="8472600" y="4663080"/>
            <a:ext cx="543240" cy="388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547CEB5-EF81-44C2-BB10-A5536E70DE09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4560" cy="853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1120" cy="1418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1120" cy="1418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1120" cy="1418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1120" cy="1418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6"/>
          <p:cNvSpPr>
            <a:spLocks noGrp="1"/>
          </p:cNvSpPr>
          <p:nvPr>
            <p:ph type="sldNum" idx="3"/>
          </p:nvPr>
        </p:nvSpPr>
        <p:spPr>
          <a:xfrm>
            <a:off x="8472600" y="4663080"/>
            <a:ext cx="543240" cy="388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1CBF1FE-D3C2-4C7C-9D29-47249F5AC0A6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4560" cy="853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2644920" cy="1418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body"/>
          </p:nvPr>
        </p:nvSpPr>
        <p:spPr>
          <a:xfrm>
            <a:off x="3239640" y="1203480"/>
            <a:ext cx="2644920" cy="1418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body"/>
          </p:nvPr>
        </p:nvSpPr>
        <p:spPr>
          <a:xfrm>
            <a:off x="6022080" y="1203480"/>
            <a:ext cx="2644920" cy="1418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body"/>
          </p:nvPr>
        </p:nvSpPr>
        <p:spPr>
          <a:xfrm>
            <a:off x="457200" y="2761920"/>
            <a:ext cx="2644920" cy="1418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6"/>
          <p:cNvSpPr>
            <a:spLocks noGrp="1"/>
          </p:cNvSpPr>
          <p:nvPr>
            <p:ph type="body"/>
          </p:nvPr>
        </p:nvSpPr>
        <p:spPr>
          <a:xfrm>
            <a:off x="3239640" y="2761920"/>
            <a:ext cx="2644920" cy="1418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PlaceHolder 7"/>
          <p:cNvSpPr>
            <a:spLocks noGrp="1"/>
          </p:cNvSpPr>
          <p:nvPr>
            <p:ph type="body"/>
          </p:nvPr>
        </p:nvSpPr>
        <p:spPr>
          <a:xfrm>
            <a:off x="6022080" y="2761920"/>
            <a:ext cx="2644920" cy="1418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8"/>
          <p:cNvSpPr>
            <a:spLocks noGrp="1"/>
          </p:cNvSpPr>
          <p:nvPr>
            <p:ph type="sldNum" idx="4"/>
          </p:nvPr>
        </p:nvSpPr>
        <p:spPr>
          <a:xfrm>
            <a:off x="8472600" y="4663080"/>
            <a:ext cx="543240" cy="388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E2C11B7-EF8C-467F-8FBE-07773C366932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sldNum" idx="5"/>
          </p:nvPr>
        </p:nvSpPr>
        <p:spPr>
          <a:xfrm>
            <a:off x="8472600" y="4663080"/>
            <a:ext cx="543240" cy="388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FBDA7EC-CF8D-4A27-A78D-CC1A6580D1F9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4560" cy="853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sldNum" idx="6"/>
          </p:nvPr>
        </p:nvSpPr>
        <p:spPr>
          <a:xfrm>
            <a:off x="8472600" y="4663080"/>
            <a:ext cx="543240" cy="388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CDADCBD-EB90-45C5-8A21-E14601073614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4560" cy="853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4560" cy="2978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sldNum" idx="7"/>
          </p:nvPr>
        </p:nvSpPr>
        <p:spPr>
          <a:xfrm>
            <a:off x="8472600" y="4663080"/>
            <a:ext cx="543240" cy="388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1AC5053-BBD8-4261-A123-B957CEABD32E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4560" cy="853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1120" cy="2978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1120" cy="2978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sldNum" idx="8"/>
          </p:nvPr>
        </p:nvSpPr>
        <p:spPr>
          <a:xfrm>
            <a:off x="8472600" y="4663080"/>
            <a:ext cx="543240" cy="388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965DED4-7CA3-4C48-889B-B127ABA8A01C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4560" cy="853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 type="sldNum" idx="9"/>
          </p:nvPr>
        </p:nvSpPr>
        <p:spPr>
          <a:xfrm>
            <a:off x="8472600" y="4663080"/>
            <a:ext cx="543240" cy="388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087FB7B-2E44-4646-9F2A-DD5C89BEEDC8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entered 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sldNum" idx="10"/>
          </p:nvPr>
        </p:nvSpPr>
        <p:spPr>
          <a:xfrm>
            <a:off x="8472600" y="4663080"/>
            <a:ext cx="543240" cy="388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151849B-01B7-4FF5-AA0C-00BA31285B8D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Title, 2 Content and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4560" cy="853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1120" cy="1418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1120" cy="2978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1120" cy="1418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sldNum" idx="11"/>
          </p:nvPr>
        </p:nvSpPr>
        <p:spPr>
          <a:xfrm>
            <a:off x="8472600" y="4663080"/>
            <a:ext cx="543240" cy="388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990FD2D-83E7-4AA9-A2BC-9CAFF401FEB3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Title Content and 2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4560" cy="853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1120" cy="2978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1120" cy="1418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PlaceHolder 4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1120" cy="1418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PlaceHolder 5"/>
          <p:cNvSpPr>
            <a:spLocks noGrp="1"/>
          </p:cNvSpPr>
          <p:nvPr>
            <p:ph type="sldNum" idx="12"/>
          </p:nvPr>
        </p:nvSpPr>
        <p:spPr>
          <a:xfrm>
            <a:off x="8472600" y="4663080"/>
            <a:ext cx="543240" cy="388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5AB320D-8159-41D3-9774-08DB65F3DD5A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Predeterminado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4560" cy="853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1120" cy="1418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1120" cy="1418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4560" cy="1418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PlaceHolder 5"/>
          <p:cNvSpPr>
            <a:spLocks noGrp="1"/>
          </p:cNvSpPr>
          <p:nvPr>
            <p:ph type="sldNum" idx="13"/>
          </p:nvPr>
        </p:nvSpPr>
        <p:spPr>
          <a:xfrm>
            <a:off x="8472600" y="4663080"/>
            <a:ext cx="543240" cy="388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DAA93C4-8D56-479B-B2EB-8AEA9AE740D7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Predeterminado 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4560" cy="853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4560" cy="1418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4560" cy="1418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sldNum" idx="14"/>
          </p:nvPr>
        </p:nvSpPr>
        <p:spPr>
          <a:xfrm>
            <a:off x="8472600" y="4663080"/>
            <a:ext cx="543240" cy="388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7E67E48-227A-408C-9358-9BA8458B9E38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Predeterminado 2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4560" cy="853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1120" cy="1418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1120" cy="1418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1120" cy="1418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PlaceHolder 5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1120" cy="1418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PlaceHolder 6"/>
          <p:cNvSpPr>
            <a:spLocks noGrp="1"/>
          </p:cNvSpPr>
          <p:nvPr>
            <p:ph type="sldNum" idx="15"/>
          </p:nvPr>
        </p:nvSpPr>
        <p:spPr>
          <a:xfrm>
            <a:off x="8472600" y="4663080"/>
            <a:ext cx="543240" cy="388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5925753-DDAF-4A93-964A-B38E887B26C8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redeterminado 3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4560" cy="853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2644920" cy="1418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 type="body"/>
          </p:nvPr>
        </p:nvSpPr>
        <p:spPr>
          <a:xfrm>
            <a:off x="3239640" y="1203480"/>
            <a:ext cx="2644920" cy="1418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 type="body"/>
          </p:nvPr>
        </p:nvSpPr>
        <p:spPr>
          <a:xfrm>
            <a:off x="6022080" y="1203480"/>
            <a:ext cx="2644920" cy="1418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PlaceHolder 5"/>
          <p:cNvSpPr>
            <a:spLocks noGrp="1"/>
          </p:cNvSpPr>
          <p:nvPr>
            <p:ph type="body"/>
          </p:nvPr>
        </p:nvSpPr>
        <p:spPr>
          <a:xfrm>
            <a:off x="457200" y="2761920"/>
            <a:ext cx="2644920" cy="1418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PlaceHolder 6"/>
          <p:cNvSpPr>
            <a:spLocks noGrp="1"/>
          </p:cNvSpPr>
          <p:nvPr>
            <p:ph type="body"/>
          </p:nvPr>
        </p:nvSpPr>
        <p:spPr>
          <a:xfrm>
            <a:off x="3239640" y="2761920"/>
            <a:ext cx="2644920" cy="1418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PlaceHolder 7"/>
          <p:cNvSpPr>
            <a:spLocks noGrp="1"/>
          </p:cNvSpPr>
          <p:nvPr>
            <p:ph type="body"/>
          </p:nvPr>
        </p:nvSpPr>
        <p:spPr>
          <a:xfrm>
            <a:off x="6022080" y="2761920"/>
            <a:ext cx="2644920" cy="1418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PlaceHolder 8"/>
          <p:cNvSpPr>
            <a:spLocks noGrp="1"/>
          </p:cNvSpPr>
          <p:nvPr>
            <p:ph type="sldNum" idx="16"/>
          </p:nvPr>
        </p:nvSpPr>
        <p:spPr>
          <a:xfrm>
            <a:off x="8472600" y="4663080"/>
            <a:ext cx="543240" cy="388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E34F301-6EB7-4B91-A9A2-ACA87B7CE559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redeterminado 4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sldNum" idx="17"/>
          </p:nvPr>
        </p:nvSpPr>
        <p:spPr>
          <a:xfrm>
            <a:off x="8472600" y="4663080"/>
            <a:ext cx="543240" cy="388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4F90CD8-4282-416F-A1E5-908741B6DE89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4920" cy="854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4920" cy="297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Predeterminado 5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4560" cy="853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 type="sldNum" idx="18"/>
          </p:nvPr>
        </p:nvSpPr>
        <p:spPr>
          <a:xfrm>
            <a:off x="8472600" y="4663080"/>
            <a:ext cx="543240" cy="388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2AC4049-A31F-40A8-ACF7-95320658B6D1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Predeterminado 6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4560" cy="853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4560" cy="2978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PlaceHolder 3"/>
          <p:cNvSpPr>
            <a:spLocks noGrp="1"/>
          </p:cNvSpPr>
          <p:nvPr>
            <p:ph type="sldNum" idx="19"/>
          </p:nvPr>
        </p:nvSpPr>
        <p:spPr>
          <a:xfrm>
            <a:off x="8472600" y="4663080"/>
            <a:ext cx="543240" cy="388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DF4FDF2-7932-41E3-98FB-CF4BC96EB440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Predeterminado 7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4560" cy="853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1120" cy="2978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1120" cy="2978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PlaceHolder 4"/>
          <p:cNvSpPr>
            <a:spLocks noGrp="1"/>
          </p:cNvSpPr>
          <p:nvPr>
            <p:ph type="sldNum" idx="20"/>
          </p:nvPr>
        </p:nvSpPr>
        <p:spPr>
          <a:xfrm>
            <a:off x="8472600" y="4663080"/>
            <a:ext cx="543240" cy="388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09A9F59-1466-4A79-A051-20012878D4BF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redeterminado 8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4560" cy="853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PlaceHolder 2"/>
          <p:cNvSpPr>
            <a:spLocks noGrp="1"/>
          </p:cNvSpPr>
          <p:nvPr>
            <p:ph type="sldNum" idx="21"/>
          </p:nvPr>
        </p:nvSpPr>
        <p:spPr>
          <a:xfrm>
            <a:off x="8472600" y="4663080"/>
            <a:ext cx="543240" cy="388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DE46FDA-CAA5-47D4-BA33-0805DB2B2575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redeterminado 9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sldNum" idx="22"/>
          </p:nvPr>
        </p:nvSpPr>
        <p:spPr>
          <a:xfrm>
            <a:off x="8472600" y="4663080"/>
            <a:ext cx="543240" cy="388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977F24D-6757-41A7-8668-E7BD4A1393E2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Predeterminado 10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4560" cy="853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1120" cy="1418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1120" cy="2978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1120" cy="1418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PlaceHolder 5"/>
          <p:cNvSpPr>
            <a:spLocks noGrp="1"/>
          </p:cNvSpPr>
          <p:nvPr>
            <p:ph type="sldNum" idx="23"/>
          </p:nvPr>
        </p:nvSpPr>
        <p:spPr>
          <a:xfrm>
            <a:off x="8472600" y="4663080"/>
            <a:ext cx="543240" cy="388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8E01B8F-79C1-44C3-9E86-49B43D34D2D9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Predeterminado 1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4560" cy="853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1120" cy="2978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1120" cy="1418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PlaceHolder 4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1120" cy="1418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PlaceHolder 5"/>
          <p:cNvSpPr>
            <a:spLocks noGrp="1"/>
          </p:cNvSpPr>
          <p:nvPr>
            <p:ph type="sldNum" idx="24"/>
          </p:nvPr>
        </p:nvSpPr>
        <p:spPr>
          <a:xfrm>
            <a:off x="8472600" y="4663080"/>
            <a:ext cx="543240" cy="388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F651E02-2377-40A2-88BE-34E9FC745BED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5"/>
          </p:nvPr>
        </p:nvSpPr>
        <p:spPr/>
        <p:txBody>
          <a:bodyPr/>
          <a:p>
            <a:fld id="{1638086D-F621-4D01-B4E7-F9D95DC8BE1E}" type="slidenum">
              <a:t>&lt;#&gt;</a:t>
            </a:fld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30D6B21B-946A-47D4-82E0-2147D12BE86F}" type="slidenum">
              <a:t>&lt;#&gt;</a:t>
            </a:fld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_rels/slideMaster25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25.xml"/>
</Relationships>
</file>

<file path=ppt/slideMasters/_rels/slideMaster26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26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Masters/slideMaster2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sldNum" idx="25"/>
          </p:nvPr>
        </p:nvSpPr>
        <p:spPr>
          <a:xfrm>
            <a:off x="8472600" y="4663080"/>
            <a:ext cx="543600" cy="388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E493D61-BDB6-430B-92E1-4F1915C10124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s-MX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2"/>
  </p:sldLayoutIdLst>
</p:sldMaster>
</file>

<file path=ppt/slideMasters/slideMaster2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sldNum" idx="26"/>
          </p:nvPr>
        </p:nvSpPr>
        <p:spPr>
          <a:xfrm>
            <a:off x="8472600" y="4663080"/>
            <a:ext cx="542880" cy="387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76D3446-C502-4C25-B876-A4EA481B2977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s-MX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7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5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6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6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slideLayout" Target="../slideLayouts/slideLayout17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7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8f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64080" y="638280"/>
            <a:ext cx="8515080" cy="216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91440" anchor="t">
            <a:noAutofit/>
          </a:bodyPr>
          <a:p>
            <a:pPr indent="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" sz="54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Webinar 26 - Sprint 9</a:t>
            </a:r>
            <a:r>
              <a:rPr b="0" lang="en" sz="4000" strike="noStrike" u="none">
                <a:solidFill>
                  <a:srgbClr val="666666"/>
                </a:solidFill>
                <a:effectLst/>
                <a:uFillTx/>
                <a:latin typeface="Inter ExtraBold"/>
                <a:ea typeface="Inter ExtraBold"/>
              </a:rPr>
              <a:t> </a:t>
            </a:r>
            <a:br>
              <a:rPr sz="4000"/>
            </a:br>
            <a:br>
              <a:rPr sz="4000"/>
            </a:br>
            <a:r>
              <a:rPr b="0" lang="en" sz="4000" strike="noStrike" u="none">
                <a:solidFill>
                  <a:srgbClr val="666666"/>
                </a:solidFill>
                <a:effectLst/>
                <a:uFillTx/>
                <a:latin typeface="Inter ExtraBold"/>
                <a:ea typeface="Inter ExtraBold"/>
              </a:rPr>
              <a:t> </a:t>
            </a:r>
            <a:br>
              <a:rPr sz="4000"/>
            </a:br>
            <a:r>
              <a:rPr b="0" lang="en" sz="4000" strike="noStrike" u="none">
                <a:solidFill>
                  <a:srgbClr val="666666"/>
                </a:solidFill>
                <a:effectLst/>
                <a:uFillTx/>
                <a:latin typeface="Inter ExtraBold"/>
                <a:ea typeface="Inter ExtraBold"/>
              </a:rPr>
              <a:t>Valida hipótesis de negocio con pruebas estadísticas II</a:t>
            </a:r>
            <a:br>
              <a:rPr sz="4000"/>
            </a:br>
            <a:endParaRPr b="0" lang="es-MX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3" name="Google Shape;34;p14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1480" cy="189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4" name="PlaceHolder 2"/>
          <p:cNvSpPr>
            <a:spLocks noGrp="1"/>
          </p:cNvSpPr>
          <p:nvPr>
            <p:ph type="subTitle"/>
          </p:nvPr>
        </p:nvSpPr>
        <p:spPr>
          <a:xfrm>
            <a:off x="152280" y="3202200"/>
            <a:ext cx="8681400" cy="316116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fld id="{3D49C61F-24DF-4AC1-ADA9-B0A93E5957A7}" type="datetime5">
              <a:rPr b="0" lang="en" sz="1200" strike="noStrike" u="none">
                <a:solidFill>
                  <a:srgbClr val="2a2a2a"/>
                </a:solidFill>
                <a:effectLst/>
                <a:uFillTx/>
                <a:latin typeface="Inter Medium"/>
                <a:ea typeface="Inter Medium"/>
              </a:rPr>
              <a:t>Feb 24, 2026</a:t>
            </a:fld>
            <a:endParaRPr b="0" lang="es-MX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65bd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240;p 1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1840" cy="189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322920" y="817560"/>
            <a:ext cx="6133320" cy="185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sp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s-ES" sz="6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Midamos los ánimos</a:t>
            </a:r>
            <a:endParaRPr b="0" lang="es-MX" sz="6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7"/>
          <p:cNvSpPr/>
          <p:nvPr/>
        </p:nvSpPr>
        <p:spPr>
          <a:xfrm>
            <a:off x="180000" y="540000"/>
            <a:ext cx="8455680" cy="180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0" lang="en" sz="32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¿Cómo llegas hoy a la sesión?</a:t>
            </a:r>
            <a:br>
              <a:rPr sz="3200"/>
            </a:br>
            <a:r>
              <a:rPr b="0" lang="en" sz="2600" strike="noStrike" u="none">
                <a:solidFill>
                  <a:srgbClr val="666666"/>
                </a:solidFill>
                <a:effectLst/>
                <a:uFillTx/>
                <a:latin typeface="Inter ExtraBold"/>
                <a:ea typeface="Inter ExtraBold"/>
              </a:rPr>
              <a:t>Reacciona en la llamada</a:t>
            </a:r>
            <a:endParaRPr b="0" lang="es-MX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endParaRPr b="0" lang="es-MX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8" name="Google Shape;49;p 4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1120" cy="188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9" name=""/>
          <p:cNvSpPr/>
          <p:nvPr/>
        </p:nvSpPr>
        <p:spPr>
          <a:xfrm>
            <a:off x="288000" y="1944000"/>
            <a:ext cx="1975680" cy="268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MX" sz="8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👏</a:t>
            </a:r>
            <a:endParaRPr b="0" lang="es-MX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Emocionado con el tema de hoy, ya lo conocía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"/>
          <p:cNvSpPr/>
          <p:nvPr/>
        </p:nvSpPr>
        <p:spPr>
          <a:xfrm>
            <a:off x="2664000" y="1944000"/>
            <a:ext cx="1975680" cy="279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MX" sz="8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👍</a:t>
            </a:r>
            <a:endParaRPr b="0" lang="es-MX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Tema nuevo para mi pero con ganas de aprender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s-MX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"/>
          <p:cNvSpPr/>
          <p:nvPr/>
        </p:nvSpPr>
        <p:spPr>
          <a:xfrm>
            <a:off x="2664000" y="1944360"/>
            <a:ext cx="1975680" cy="279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MX" sz="8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👍</a:t>
            </a:r>
            <a:endParaRPr b="0" lang="es-MX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Tema nuevo para mi pero con ganas de aprender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s-MX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"/>
          <p:cNvSpPr/>
          <p:nvPr/>
        </p:nvSpPr>
        <p:spPr>
          <a:xfrm>
            <a:off x="4968000" y="1944720"/>
            <a:ext cx="1975680" cy="252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MX" sz="8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😮</a:t>
            </a:r>
            <a:endParaRPr b="0" lang="es-MX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Tema nuevo y hoy deseo aclarar mis dudas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"/>
          <p:cNvSpPr/>
          <p:nvPr/>
        </p:nvSpPr>
        <p:spPr>
          <a:xfrm>
            <a:off x="6948000" y="1945080"/>
            <a:ext cx="1975680" cy="268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MX" sz="8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😵‍💫</a:t>
            </a:r>
            <a:endParaRPr b="0" lang="es-MX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Apenas voy comenzando el tema y es nuevo para mi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subTitle"/>
          </p:nvPr>
        </p:nvSpPr>
        <p:spPr>
          <a:xfrm>
            <a:off x="152280" y="2017800"/>
            <a:ext cx="8514720" cy="2984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>
              <a:lnSpc>
                <a:spcPct val="100000"/>
              </a:lnSpc>
            </a:pP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80880">
              <a:lnSpc>
                <a:spcPct val="100000"/>
              </a:lnSpc>
              <a:buClr>
                <a:srgbClr val="1a1a1a"/>
              </a:buClr>
              <a:buFont typeface="Inter"/>
              <a:buAutoNum type="arabicPeriod"/>
            </a:pPr>
            <a:r>
              <a:rPr b="0" lang="en" sz="24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Bienvenida (10min)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80880">
              <a:lnSpc>
                <a:spcPct val="100000"/>
              </a:lnSpc>
              <a:buClr>
                <a:srgbClr val="1a1a1a"/>
              </a:buClr>
              <a:buFont typeface="Inter"/>
              <a:buAutoNum type="arabicPeriod"/>
            </a:pPr>
            <a:r>
              <a:rPr b="0" lang="en" sz="24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Revisión de proyecto del sprint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80880">
              <a:lnSpc>
                <a:spcPct val="100000"/>
              </a:lnSpc>
              <a:buClr>
                <a:srgbClr val="1a1a1a"/>
              </a:buClr>
              <a:buFont typeface="Inter"/>
              <a:buAutoNum type="arabicPeriod"/>
            </a:pPr>
            <a:r>
              <a:rPr b="0" lang="en" sz="24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Pruebas de hipotesis 🛠️ Actividad grupal  (90 min) 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8088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1a1a1a"/>
              </a:buClr>
              <a:buFont typeface="Inter"/>
              <a:buAutoNum type="arabicPeriod"/>
            </a:pPr>
            <a:r>
              <a:rPr b="0" lang="en" sz="24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🤔  Reflexión y discusión: ¿Qué aprendimos en esta sesión? (10min)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5" name="Google Shape;49;p 3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1120" cy="188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6" name="PlaceHolder 2"/>
          <p:cNvSpPr>
            <a:spLocks noGrp="1"/>
          </p:cNvSpPr>
          <p:nvPr>
            <p:ph type="title"/>
          </p:nvPr>
        </p:nvSpPr>
        <p:spPr>
          <a:xfrm>
            <a:off x="96840" y="424800"/>
            <a:ext cx="8514720" cy="80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Agenda</a:t>
            </a:r>
            <a:endParaRPr b="0" lang="es-MX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65bd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213;p33"/>
          <p:cNvSpPr/>
          <p:nvPr/>
        </p:nvSpPr>
        <p:spPr>
          <a:xfrm>
            <a:off x="228600" y="1952280"/>
            <a:ext cx="2719440" cy="2957040"/>
          </a:xfrm>
          <a:prstGeom prst="roundRect">
            <a:avLst>
              <a:gd name="adj" fmla="val 9118"/>
            </a:avLst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2880" rIns="182880" tIns="91440" bIns="274320" anchor="b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E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Realizar análisis exploratorio de datos previo a la experimentación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Google Shape;214;p33"/>
          <p:cNvSpPr/>
          <p:nvPr/>
        </p:nvSpPr>
        <p:spPr>
          <a:xfrm>
            <a:off x="3209400" y="1952280"/>
            <a:ext cx="2719440" cy="2957040"/>
          </a:xfrm>
          <a:prstGeom prst="roundRect">
            <a:avLst>
              <a:gd name="adj" fmla="val 9118"/>
            </a:avLst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2880" rIns="182880" tIns="91440" bIns="274320" anchor="b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E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Correr experimentos con pruebas de hipótesis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Google Shape;215;p33"/>
          <p:cNvSpPr/>
          <p:nvPr/>
        </p:nvSpPr>
        <p:spPr>
          <a:xfrm>
            <a:off x="6190560" y="1952280"/>
            <a:ext cx="2719440" cy="2957040"/>
          </a:xfrm>
          <a:prstGeom prst="roundRect">
            <a:avLst>
              <a:gd name="adj" fmla="val 9118"/>
            </a:avLst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2880" rIns="182880" tIns="91440" bIns="274320" anchor="b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CO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Reportar a stakeholder resultados de experimentación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0" name="Google Shape;216;p33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1480" cy="189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1" name="PlaceHolder 1"/>
          <p:cNvSpPr>
            <a:spLocks noGrp="1"/>
          </p:cNvSpPr>
          <p:nvPr>
            <p:ph type="title"/>
          </p:nvPr>
        </p:nvSpPr>
        <p:spPr>
          <a:xfrm>
            <a:off x="96840" y="424800"/>
            <a:ext cx="8515080" cy="103680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Objetivo</a:t>
            </a:r>
            <a:endParaRPr b="0" lang="es-MX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2" name="Google Shape;218;p33" descr=""/>
          <p:cNvPicPr/>
          <p:nvPr/>
        </p:nvPicPr>
        <p:blipFill>
          <a:blip r:embed="rId2"/>
          <a:stretch/>
        </p:blipFill>
        <p:spPr>
          <a:xfrm>
            <a:off x="424800" y="2191320"/>
            <a:ext cx="469080" cy="755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3" name="Google Shape;219;p33" descr=""/>
          <p:cNvPicPr/>
          <p:nvPr/>
        </p:nvPicPr>
        <p:blipFill>
          <a:blip r:embed="rId3"/>
          <a:stretch/>
        </p:blipFill>
        <p:spPr>
          <a:xfrm>
            <a:off x="3468960" y="2191320"/>
            <a:ext cx="469080" cy="755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4" name="Google Shape;220;p33" descr=""/>
          <p:cNvPicPr/>
          <p:nvPr/>
        </p:nvPicPr>
        <p:blipFill>
          <a:blip r:embed="rId4"/>
          <a:stretch/>
        </p:blipFill>
        <p:spPr>
          <a:xfrm>
            <a:off x="6407280" y="2191320"/>
            <a:ext cx="469080" cy="7552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laceHolder 1"/>
          <p:cNvSpPr>
            <a:spLocks noGrp="1"/>
          </p:cNvSpPr>
          <p:nvPr>
            <p:ph type="title"/>
          </p:nvPr>
        </p:nvSpPr>
        <p:spPr>
          <a:xfrm>
            <a:off x="96840" y="2386440"/>
            <a:ext cx="8515080" cy="252288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b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" sz="4800" strike="noStrike" u="none">
                <a:solidFill>
                  <a:srgbClr val="f2f1ee"/>
                </a:solidFill>
                <a:effectLst/>
                <a:uFillTx/>
                <a:latin typeface="Inter ExtraBold"/>
                <a:ea typeface="Inter ExtraBold"/>
              </a:rPr>
              <a:t>Vamos al código!</a:t>
            </a:r>
            <a:endParaRPr b="0" lang="es-MX" sz="4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26" name="Google Shape;235;p35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3280" cy="1864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PlaceHolder 1"/>
          <p:cNvSpPr>
            <a:spLocks noGrp="1"/>
          </p:cNvSpPr>
          <p:nvPr>
            <p:ph type="title"/>
          </p:nvPr>
        </p:nvSpPr>
        <p:spPr>
          <a:xfrm>
            <a:off x="96840" y="2386440"/>
            <a:ext cx="8515080" cy="252288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b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" sz="4800" strike="noStrike" u="none">
                <a:solidFill>
                  <a:srgbClr val="f2f1ee"/>
                </a:solidFill>
                <a:effectLst/>
                <a:uFillTx/>
                <a:latin typeface="Inter ExtraBold"/>
                <a:ea typeface="Inter ExtraBold"/>
              </a:rPr>
              <a:t>Vamos al código!</a:t>
            </a:r>
            <a:endParaRPr b="0" lang="es-MX" sz="4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28" name="Google Shape;235;p 1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3280" cy="1864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8f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PlaceHolder 1"/>
          <p:cNvSpPr>
            <a:spLocks noGrp="1"/>
          </p:cNvSpPr>
          <p:nvPr>
            <p:ph type="title"/>
          </p:nvPr>
        </p:nvSpPr>
        <p:spPr>
          <a:xfrm>
            <a:off x="311760" y="1914120"/>
            <a:ext cx="8515080" cy="103680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48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Thanks      for coming!</a:t>
            </a:r>
            <a:endParaRPr b="0" lang="es-MX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0" name="Google Shape;270;p39" descr=""/>
          <p:cNvPicPr/>
          <p:nvPr/>
        </p:nvPicPr>
        <p:blipFill>
          <a:blip r:embed="rId1"/>
          <a:stretch/>
        </p:blipFill>
        <p:spPr>
          <a:xfrm>
            <a:off x="3642120" y="2053080"/>
            <a:ext cx="640080" cy="639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1" name="Google Shape;271;p39" descr=""/>
          <p:cNvPicPr/>
          <p:nvPr/>
        </p:nvPicPr>
        <p:blipFill>
          <a:blip r:embed="rId2"/>
          <a:stretch/>
        </p:blipFill>
        <p:spPr>
          <a:xfrm>
            <a:off x="4138560" y="228600"/>
            <a:ext cx="861480" cy="189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2854</TotalTime>
  <Application>LibreOffice/25.8.3.2$Windows_X86_64 LibreOffice_project/8ca8d55c161d602844f5428fa4b58097424e324e</Application>
  <AppVersion>15.0000</AppVersion>
  <Words>1731</Words>
  <Paragraphs>193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es-MX</dc:language>
  <cp:lastModifiedBy/>
  <dcterms:modified xsi:type="dcterms:W3CDTF">2026-02-24T18:03:19Z</dcterms:modified>
  <cp:revision>37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HiddenSlides">
    <vt:i4>36</vt:i4>
  </property>
  <property fmtid="{D5CDD505-2E9C-101B-9397-08002B2CF9AE}" pid="3" name="Notes">
    <vt:i4>50</vt:i4>
  </property>
  <property fmtid="{D5CDD505-2E9C-101B-9397-08002B2CF9AE}" pid="4" name="PresentationFormat">
    <vt:lpwstr>Presentación en pantalla (16:9)</vt:lpwstr>
  </property>
  <property fmtid="{D5CDD505-2E9C-101B-9397-08002B2CF9AE}" pid="5" name="Slides">
    <vt:i4>50</vt:i4>
  </property>
</Properties>
</file>