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633B8A-EE7B-4598-82CA-1292F34C58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4D022-B2AE-46C6-B699-3F5A5B53A22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BF95D9-6834-4324-8112-4974EC8B83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051ECD-FDBB-46A6-A8AC-E9B6ED4860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82168B-E9F2-4789-A6D9-8857EE35929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774BEC-DD71-4892-A956-945A4E3307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F18CD4-54E5-4F07-83D9-034AE90E69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DD506F-9A77-4326-B57B-E5EC583F82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DE21D4-5F52-4EDC-B1C0-3998DC84A4D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792E9D-E8A6-4F61-8E87-C51E431E78C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092194-ABD1-4F30-B75A-81CFF10CC1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E20760-AF0E-448A-A0F7-79851D7127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8F50AE-39C9-46D3-A618-639A524325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CC0DCF-7AD5-444D-A684-9675E86927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F39A38-06AF-4F78-B2C9-4C6210BAFC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DD2A61-B4BE-46FD-8403-ED4392B1E2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B32986-98C3-4B9E-AB0E-272302F0AE3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BC4F79-855E-4A84-84B7-AE901325BF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BE56CF-0026-4A09-95C3-D6768C4C891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5D01C6-2423-4384-8F86-04037A70F4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7B13F0-BB06-482B-B0DA-6F0677D718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4BEEBC-D889-4D59-8982-1E2688A8C0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7CA3BE-BAA2-4266-931B-B7DF7DC862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1D8D94-90C3-4306-8BA9-8FB3E9B765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9BE30E2-1FF1-44D5-92B5-F1CF43F5141C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9B4104F-6171-4452-8A5C-A968952B189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4E7DF8-3DA6-490F-8180-199165D63E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9DDB25-8F22-47EE-85B0-1EFBA502ED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160" cy="21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30 - Sprint 15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series de tiempo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480" cy="3162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E92E05EC-090D-4AD9-B7E7-2ADC99D21F1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25,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18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7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7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2648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800" cy="29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del conjunto AAPL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Suavizado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Componentes de la serie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Pronósticos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8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13;p33"/>
          <p:cNvSpPr/>
          <p:nvPr/>
        </p:nvSpPr>
        <p:spPr>
          <a:xfrm>
            <a:off x="2286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las características de los tantos temporales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4;p33"/>
          <p:cNvSpPr/>
          <p:nvPr/>
        </p:nvSpPr>
        <p:spPr>
          <a:xfrm>
            <a:off x="32094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Descomponer series de tiempo en sus componentes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5;p33"/>
          <p:cNvSpPr/>
          <p:nvPr/>
        </p:nvSpPr>
        <p:spPr>
          <a:xfrm>
            <a:off x="619056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Realizar pronósticos para series de tiempo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160" cy="2523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8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160" cy="64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2628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2025-09-25T18:16:59Z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