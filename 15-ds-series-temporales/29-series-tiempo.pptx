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7749F1-7C03-408B-BEC9-BA70D26C3A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D02A5F-8D25-48EC-9565-CBFC04F7AA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41D5EB-3533-4BC3-9E63-0942D87F23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0A30F7-BA37-4E13-82BB-58A6B470E34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0F04F5-EF18-4BAF-B959-5BE105D7E3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C9B14-9F46-4978-881F-0FF4872528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DEBC48-3C62-45B6-BBEF-3A261AD4DF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D50284-8E86-4197-9F51-CAE6D2B61D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C22148-A380-4B17-89E2-86528BB09D5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88C166-C27B-432E-855E-F4F3C344147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DE2C63-DC45-44D1-98FD-B9F56652D5C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6CB416-5033-4FA1-969E-69CEB9098D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F11009-6CD7-41F0-92CA-C0BE04D432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C1B1F2-1595-4862-83D8-CF76209D43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D435A-55CA-4655-AD23-0A18E7C02BC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8262BA-D14F-42E4-AC34-008758B791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FF17DD-EB4A-4BF8-A73D-AADAAAA3F9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F0B208-6CFE-4F0E-A47A-048DE28D5C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6349FB-1115-4247-B959-EEF91B2C0B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E79462-F12E-4E6F-94E8-4C6256A25A8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0B9014-CACA-48CF-96FB-31DCFDCC52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2EF23-AB5A-4284-948B-040E018528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FA5457-B8BA-4C2A-8408-E0F78B2730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FA73C6-0B1E-4C54-BBF1-E4A8D11ADC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AE85B7F-59CD-469A-9E72-12CE59680D3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64360A7-7A3B-4DCC-9823-6DAFED5078A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956457-9E72-4ECF-95CF-DEBDDE1CAC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5F3160-4DDA-4FF6-A644-FC0CA44855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520" cy="21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29 - Sprint 15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de series de tiempo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840" cy="3162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D4B86A7-732C-4D4F-BFF5-3DEB2E836B1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18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1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120" cy="27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120" cy="27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120" cy="25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120" cy="25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2648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700560" y="3540240"/>
            <a:ext cx="1527480" cy="10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534960"/>
            <a:ext cx="792000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¿Cuál seria tu pronóstico para el fin de semana?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9" name=""/>
          <p:cNvGraphicFramePr/>
          <p:nvPr/>
        </p:nvGraphicFramePr>
        <p:xfrm>
          <a:off x="4507200" y="1838880"/>
          <a:ext cx="4679640" cy="2664000"/>
        </p:xfrm>
        <a:graphic>
          <a:graphicData uri="http://schemas.openxmlformats.org/drawingml/2006/table">
            <a:tbl>
              <a:tblPr/>
              <a:tblGrid>
                <a:gridCol w="2042640"/>
                <a:gridCol w="1518840"/>
              </a:tblGrid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Dia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Temperatura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Lunes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28°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Martes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Miercoles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31°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Jueves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25°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Viernes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33°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Sábado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?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283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Domingo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s-MX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?</a:t>
                      </a:r>
                      <a:endParaRPr b="0" lang="es-MX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6160" cy="29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Series de tiempo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Suavizado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Componentes de la serie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las características de los tantos temporales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Descomponer series de tiempo en sus componentes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Realizar pronósticos para series de tiempo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52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52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2617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2025-09-18T17:04:36Z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