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BA18AD-528E-4267-A06F-B0119A0BC55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9121F7-B01B-4FB6-A5A6-8085398DACA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7D7048-BA63-4032-A8F7-B21A87C6D8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21F643-58B9-4886-AFE2-9F87C9EE89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2B9694-1A17-4E87-B9A6-A22550BBAEB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D9B981-10A7-4B53-B5BB-B42A121949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C64DAD-86C6-48C5-9A56-96BA5B6D89F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411E06-FF17-485B-9D21-442CA9A7D56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6B8CF7-F235-48C7-8AF0-54635D374B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127036-7BC3-44F1-BF89-B42A03F6A1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26C292-A833-4889-886C-D780BCCA53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B1AB87-F3F0-495B-8CE1-1B04244C4C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610FD5-5617-47AF-871B-A3692D2BF0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E780A2-CF48-429D-9689-C4633CC7504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B136F6-61AF-42A2-B20C-527911A05D5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504A5B-279E-4529-9F60-D2EAD909269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AC9A0D-6BC4-4AE8-AA25-57F4E44628B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FE256C-92A4-454F-8DFF-132F95F08B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D6B517-20BE-4123-AE41-48A657356B8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386052-C9C1-4A88-8F83-830A8D23B2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7155D6-D3F2-4A78-8499-9BB659609E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A2C70F-5CCA-45BF-ACF3-EAF9F020BAA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652EEB-B876-41E3-AB88-D02B2D78354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795A7C-DB66-4059-AD68-C99A3DE2600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3993276-D926-4C33-AB28-EBECEFDA4B8A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6A07484-DF05-4447-B91F-099DFD97990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2880" cy="387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433DC2-3D35-417E-A10D-0176B158B4F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F887C5-F0DE-4828-AE4A-56EAB82B02E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880" cy="216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10 -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200" cy="3162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E86AC70F-38C5-4225-9B3E-F80F8EBD9CD9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29,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120" cy="18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600" cy="185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4960" cy="180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49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49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880" cy="3384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proyecto del S3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SQL para análisis de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subconsultas y operaciones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métricas de negocio con consultas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880" cy="2524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8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880" cy="64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2324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2025-10-29T20:01:43Z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