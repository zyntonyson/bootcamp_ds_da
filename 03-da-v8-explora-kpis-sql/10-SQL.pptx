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787AC9-CCF1-4A69-831F-67EBA75A44D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743617-D928-4473-B6AE-C23203E6361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40822D-0955-48DC-B384-814C4B7AD5E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A25073-78F4-4A77-95DF-9C90D589579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A13917-47FA-4486-971F-92F3B308B1F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18048E-5456-422F-853A-DB84580CD25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DCCEBF3-5944-44C7-9DC6-D713D2EDA0A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2E4556-B737-41B1-A1F9-663584FA63F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38AA63-E4DE-4743-8759-572572A39FE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D9F7B6-C65B-46F2-AB98-2C6842DF45D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B4EB6D-AE9C-4FFC-96BF-ED40D7E0E0D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58FDF8-DC47-46BB-B50B-6EF515EE2D9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3DEC5F-33CB-41E4-AD72-434B430E5C9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AABDD3-C1C2-4AE1-8BD2-9B1E22F4A9E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3C5F31-EA71-42A3-8A3B-A064CD7EFF6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DFB56B-0A97-4BC2-A03A-9A5FECBB0F4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20374E-A67B-4E3D-B1B7-A7AE56E0296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8063B1-BCEB-47DC-9B2B-1C5C70B5134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266602-7EF1-4C8A-8607-10AF4C4E8AF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378DB9-E007-4E60-9A68-7D9617EDF0B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7C8AA9-BC02-4B39-9F80-D2961A6F2B0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B9ABA9-7E27-4EDF-BCCE-F5DC6019997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C94E77-3594-4E4C-9261-52567F3E284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DAF6AE-C522-4B77-98DF-34385534E1B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3448A7A5-6310-47A9-9F63-33ECF8DECDA1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04E423A-6CAF-4103-A059-768EEEE6FB38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BDACC2-B3B3-4D88-BD58-EC6C8D93296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FE0EE1-DB1D-446C-9693-C2124575BAE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7240" cy="216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9 - Sprint 3</a:t>
            </a:r>
            <a:br>
              <a:rPr sz="6000"/>
            </a:br>
            <a:br>
              <a:rPr sz="2000"/>
            </a:br>
            <a:r>
              <a:rPr b="0" lang="en" sz="48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Explorar KPIs con SQL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3560" cy="3163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6C74A738-5808-47FE-86B0-968F040A0DDD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Oct 27,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2960" cy="185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5320" cy="180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760" cy="18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532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532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532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532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532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1440000"/>
            <a:ext cx="8517240" cy="33843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( 10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Aviso parroquial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Contenido Sprint 3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Jueves 30 oct ➡️ Miércoles 29 oct 8 PM CDMX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Revisión de proyecto del S3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Introducción a SQL  (90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Revisión de conceptos (</a:t>
            </a:r>
            <a:r>
              <a:rPr b="0" i="1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subconsultas/ Window functions</a:t>
            </a: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SQL para análisis de negocio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240" cy="1038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8314920" cy="2649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Repasemos conceptos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ubTitle"/>
          </p:nvPr>
        </p:nvSpPr>
        <p:spPr>
          <a:xfrm>
            <a:off x="152280" y="1440000"/>
            <a:ext cx="8517240" cy="33843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¿Cuál es la diferencia entre </a:t>
            </a:r>
            <a:r>
              <a:rPr b="1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WHERE</a:t>
            </a: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y </a:t>
            </a:r>
            <a:r>
              <a:rPr b="1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HAVING</a:t>
            </a: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?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¿Qué usas para unir datos de más de una tabla?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240" cy="1038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¿Qué recuerdas?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213;p33"/>
          <p:cNvSpPr/>
          <p:nvPr/>
        </p:nvSpPr>
        <p:spPr>
          <a:xfrm>
            <a:off x="228600" y="1952280"/>
            <a:ext cx="2721600" cy="29592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Practicar las sentencias SQL elementales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214;p33"/>
          <p:cNvSpPr/>
          <p:nvPr/>
        </p:nvSpPr>
        <p:spPr>
          <a:xfrm>
            <a:off x="3209400" y="1952280"/>
            <a:ext cx="2721600" cy="29592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Interactuar con subconsultas y operaciones de ventana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5;p33"/>
          <p:cNvSpPr/>
          <p:nvPr/>
        </p:nvSpPr>
        <p:spPr>
          <a:xfrm>
            <a:off x="6190560" y="1952280"/>
            <a:ext cx="2721600" cy="29592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Calcular métricas de negocio con consultas SQL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240" cy="1038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1240" cy="75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1240" cy="75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1240" cy="757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7240" cy="2525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8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7240" cy="1038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2240" cy="641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2324</TotalTime>
  <Application>LibreOffice/25.8.2.2$Windows_X86_64 LibreOffice_project/d401f2107ccab8f924a8e2df40f573aab7605b6f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2025-10-27T17:57:47Z</dcterms:modified>
  <cp:revision>30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