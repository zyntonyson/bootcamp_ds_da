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AC5583C-3140-4F6D-98A2-07B11345D1D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66812A4-556D-40A5-9F34-6ADD2848AEE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670AD4C-91BA-4038-83F5-04ABBF11267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8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D1F973-46D5-43BE-B2DF-C2772844921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387ACE8-9880-4A65-BDF4-6BBB5B6ABA8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6C18FC-2548-4CA4-801C-1EDB683E8E2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4C029C-3B6F-4612-810E-9DC065210AC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6DB1E50-E95C-4CB6-9B60-49B615D9311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A92D7C4-F330-4132-BDFE-9258B6F96F9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76B2388-7A98-41C4-AC50-55E303D6239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CB730F1-B7BD-4CD3-8F67-7A1585C81EA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011BFD8-3D55-4F9C-B7E4-CA70139CF44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758618-5293-41CD-B73E-3EC660119BD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161821E-A73E-42B4-BDD1-A4F82F7E142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6B92632-4E05-4D0B-A92F-DD3CDBB94F2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8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198D88B-97B1-4590-BFF3-7CF37909487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3EF9D38-952B-4E04-910C-DB59F704E3E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B17781-F960-47F0-80C5-A3C997B778C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028AFC-421E-4980-A985-57C243E0FEE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FAFCBEA-C7C3-4646-AC72-EEF9E78A73E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57886F-2425-4F28-8A63-3F9A98E61BA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AEC7230-E451-4122-A19A-F355ACF4686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8BFFFCB-B49A-42B0-8F04-6282F38E3E9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5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5D756D-3D91-48EA-AE1A-60280FA8382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074AB328-AE2C-4690-BF67-9AB330D4721E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19802BE-DC89-4602-8336-1B736174FCAB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74F3FAF-F0CB-428D-8748-E698E00336C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D01B9FE-11F1-4546-83E2-FC2D1890BD6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8320" cy="216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7 - Sprint 3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Explorar KPIs con SQL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4640" cy="3164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C0DD58DC-DB38-4AD3-AB85-21917622482D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Oct 20,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4040" cy="185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6400" cy="180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640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640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640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640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640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8316000" cy="2650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¿Qué opinas al respecto?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6"/>
          <p:cNvSpPr/>
          <p:nvPr/>
        </p:nvSpPr>
        <p:spPr>
          <a:xfrm>
            <a:off x="540000" y="966960"/>
            <a:ext cx="8276040" cy="274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¿Podemos decir que una hoja de cálculo es una base de datos?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Google Shape;49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480" cy="18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8" name="Google Shape;482;p 2" descr=""/>
          <p:cNvPicPr/>
          <p:nvPr/>
        </p:nvPicPr>
        <p:blipFill>
          <a:blip r:embed="rId2"/>
          <a:stretch/>
        </p:blipFill>
        <p:spPr>
          <a:xfrm>
            <a:off x="7183440" y="2352240"/>
            <a:ext cx="1382040" cy="2297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8320" cy="33854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Aviso parroquial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Contenido Sprint 3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Jueves 30 oct ➡️ Miércoles 29 oct 8 PM CDMX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Introducción a SQL (90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Revisión de conceptos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Practica en vivo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320" cy="1040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213;p33"/>
          <p:cNvSpPr/>
          <p:nvPr/>
        </p:nvSpPr>
        <p:spPr>
          <a:xfrm>
            <a:off x="228600" y="1952280"/>
            <a:ext cx="2722680" cy="29602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Practicar las sentencias SQL elementales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214;p33"/>
          <p:cNvSpPr/>
          <p:nvPr/>
        </p:nvSpPr>
        <p:spPr>
          <a:xfrm>
            <a:off x="3209400" y="1952280"/>
            <a:ext cx="2722680" cy="29602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Interactuar con funciones de filtrado avanzadas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215;p33"/>
          <p:cNvSpPr/>
          <p:nvPr/>
        </p:nvSpPr>
        <p:spPr>
          <a:xfrm>
            <a:off x="6190560" y="1952280"/>
            <a:ext cx="2722680" cy="29602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Usar funciones de ventana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320" cy="1040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2320" cy="75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2320" cy="75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2320" cy="758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8320" cy="2526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1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8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8320" cy="1040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3320" cy="642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2048</TotalTime>
  <Application>LibreOffice/25.8.0.4$Windows_X86_64 LibreOffice_project/48f00303701489684e67c38c28aff00cd5929e67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2025-10-20T17:58:55Z</dcterms:modified>
  <cp:revision>25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