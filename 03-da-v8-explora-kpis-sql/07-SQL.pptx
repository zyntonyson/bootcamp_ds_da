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6A686C0-3200-44E9-92D3-87776EA92E9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A381055-E633-432F-9066-EA52A3063D7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6C298D1-573F-4372-8FBB-F9391EB00DB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26981B4-0129-4F37-8118-6CB2B5AE087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F791E8E-AEFF-473B-9EAF-5BC3FF892DD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C5A3F23-8D97-4EB8-8540-474E43E944D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0C4570-DE9B-4B0A-B1B5-861781452DF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84B834-49D4-4F64-BB23-BE3D3D0541B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539792-2A77-45AB-A078-94D6B51DF39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E731071-CEE4-48A6-A3DD-045BDE21BDF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5020A6D-DDFA-4A69-A2C8-08FC8CBBE6B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8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9783E8-B23D-48AF-BCFE-3D304C12815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7466288-DF57-47DE-8C34-3C4EF431AA8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20976E-ECFD-4E82-9789-5A32511B5B3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D85A65-C8C6-4887-AE89-A292AA0E495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BEA8A65-5B65-48B3-8D6A-2FD91D60474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E11397A-A806-417A-9648-7D0BAE4603F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9E1943B-AE0F-4CBD-AB31-CF96746D9DC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BAC6CC-0520-4B44-AECA-4880B532FFE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DC25BBD-F1F6-4808-926B-36C5F802663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BAE008D-61E0-4B20-BE24-8BE825930BC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D9F541-C5CB-41A8-8D7D-FC4AA5EBDC5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D61BAFA-89DF-4A01-99D1-2B6A5601A09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8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7CE10B9-6124-4C45-9A4C-3C819956DD9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BBE0B1F5-1E21-4B34-BFD3-5E1FF9CF532C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20370B6-D693-4257-A413-9B5A0113C809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869E9C-9E8F-437A-B652-15113671022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FD99B3A-024F-42C4-84EA-B781F975080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8680" cy="216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7 - Sprint 3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Explorar KPIs con SQL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5000" cy="31647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BD091291-93EE-4814-90F9-B807207949C1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Oct 20,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920" cy="1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4400" cy="185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6760" cy="180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67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676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676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67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67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8316360" cy="2650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¿Qué opinas al respecto?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6"/>
          <p:cNvSpPr/>
          <p:nvPr/>
        </p:nvSpPr>
        <p:spPr>
          <a:xfrm>
            <a:off x="540000" y="966960"/>
            <a:ext cx="8276400" cy="274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¿Podemos decir que una hoja de cálculo es una base de datos?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Google Shape;49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8" name="Google Shape;482;p 2" descr=""/>
          <p:cNvPicPr/>
          <p:nvPr/>
        </p:nvPicPr>
        <p:blipFill>
          <a:blip r:embed="rId2"/>
          <a:stretch/>
        </p:blipFill>
        <p:spPr>
          <a:xfrm>
            <a:off x="7183440" y="2352240"/>
            <a:ext cx="1382400" cy="2298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8680" cy="33858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Aviso parroquial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Jueves 30 oct ➡️ Miércoles 29 oct 8 PM CDMX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Introducción a SQL (90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Revisión de conceptos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Practica en vivo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680" cy="1040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213;p33"/>
          <p:cNvSpPr/>
          <p:nvPr/>
        </p:nvSpPr>
        <p:spPr>
          <a:xfrm>
            <a:off x="228600" y="1952280"/>
            <a:ext cx="2723040" cy="29606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Practicar las sentencias SQL elementales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214;p33"/>
          <p:cNvSpPr/>
          <p:nvPr/>
        </p:nvSpPr>
        <p:spPr>
          <a:xfrm>
            <a:off x="3209400" y="1952280"/>
            <a:ext cx="2723040" cy="29606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Interactuar con funciones de filtrado avanzadas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215;p33"/>
          <p:cNvSpPr/>
          <p:nvPr/>
        </p:nvSpPr>
        <p:spPr>
          <a:xfrm>
            <a:off x="6190560" y="1952280"/>
            <a:ext cx="2723040" cy="29606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Usar funciones de ventana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680" cy="1040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2680" cy="75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2680" cy="75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2680" cy="758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8680" cy="25264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1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880" cy="190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8680" cy="1040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3680" cy="64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2048</TotalTime>
  <Application>LibreOffice/25.8.0.4$Windows_X86_64 LibreOffice_project/48f00303701489684e67c38c28aff00cd5929e67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2025-10-20T12:44:09Z</dcterms:modified>
  <cp:revision>24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