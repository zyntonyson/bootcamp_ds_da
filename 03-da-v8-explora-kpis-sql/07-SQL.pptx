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76C41F-B2C0-4CD4-8A0A-9AD0A3D47D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6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5E6653-A245-4E87-8F99-2DB7312894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6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06B124-AFDC-42C2-8280-4227A1E6E10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5C6BD3-F59F-42DB-BCD5-D56B903BA5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9E3953-4487-4347-95AA-2869A10C26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23CCF7-8528-4D56-A45B-C75356A56CF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61FDCB-BF3D-4491-A262-63A430F843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169E04-03F2-4C17-B1BE-D26A2E20CF0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0E2B65-399A-410B-87D2-8EA817E17BE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77719D-2481-46E2-9BC6-AFC62E6AF8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7AC7F7-12F2-49E8-807C-29B2CDBB78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C44E8F-4F38-4313-BFA4-158FD23D55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E8E71C-755C-40BF-BC6D-B0C89B522FA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CDF952-EA93-4D9B-BA6E-C2CB2A5A927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8C98C4-6499-4B3C-B8CF-8064CFBAFAF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6DA178-894A-488D-8E9D-83B797DD08B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F41261-B7A0-4B11-88AB-C3E6C26195E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2FD61F-9654-48B1-96EC-F1CBBC9C65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FDE031-17AF-4264-903A-5B5DA6B1F6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C12B26-B176-4077-A1A0-E1CF61ED74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A2BE32-5D29-4C9C-B26F-15B0D1017E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EC7446-0B0F-4C47-A9D9-C59F14C52BA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8F240A-50DD-4954-A1CE-A1370E71097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8CD99C-15BC-44E1-8138-85709A2C4B7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EACF4339-321E-428C-99E2-0098F1D1129B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D22693F-7FA0-4A30-9C36-32BE3D03BE4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CAFDE7-DD4B-498F-BD93-721459553E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E65934-8434-40D3-B966-232DD4AC37A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960" cy="216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7 - Sprint 3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Explorar KPIs con SQL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4280" cy="3164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203C85D7-6DFE-4C91-9A78-D8C9B00FEAA5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Feb 4,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185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04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0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0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8315640" cy="2649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opinas al respecto?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6"/>
          <p:cNvSpPr/>
          <p:nvPr/>
        </p:nvSpPr>
        <p:spPr>
          <a:xfrm>
            <a:off x="540000" y="966960"/>
            <a:ext cx="8275680" cy="27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¿Podemos decir que una hoja de cálculo es una base de datos?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482;p 2" descr=""/>
          <p:cNvPicPr/>
          <p:nvPr/>
        </p:nvPicPr>
        <p:blipFill>
          <a:blip r:embed="rId2"/>
          <a:stretch/>
        </p:blipFill>
        <p:spPr>
          <a:xfrm>
            <a:off x="7183440" y="2352240"/>
            <a:ext cx="1381680" cy="2297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7960" cy="3385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a SQL (90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Practica en vivo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Practicar las sentencias SQL elementales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Interactuar con funciones de filtrado avanzadas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2320" cy="29599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Usar funciones de ventana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960" cy="75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960" cy="2525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960" cy="64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2060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2026-02-04T18:14:00Z</dcterms:modified>
  <cp:revision>26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