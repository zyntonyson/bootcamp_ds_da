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slideMasters/slideMaster26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5.xml.rels" ContentType="application/vnd.openxmlformats-package.relationships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_rels/slideLayout2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76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Master" Target="slideMasters/slideMaster25.xml"/><Relationship Id="rId5" Type="http://schemas.openxmlformats.org/officeDocument/2006/relationships/slideMaster" Target="slideMasters/slideMaster2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E4CAD86-02F4-4480-B959-F04291FEB6F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44D2173-FEEF-48DE-9B7E-81BC5F49B94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6000" cy="297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01BDB3F-50F4-4DFF-8A12-98987198A2E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560" cy="297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560" cy="297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595122F-A871-4A22-89D3-AFFBBFC23BA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5D17724-30DC-442B-8194-74952F91F4F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09F6DAB-7782-4EFA-8D08-84E72478AE3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560" cy="297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C7DE7FF-8BA1-467C-9246-FD37F12BFB5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560" cy="297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AB89B2D-6C11-4EA6-B3FE-154042217DE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600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2718F2D-F53D-4A85-A591-8581E2B6321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600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600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143959D-5426-4657-BED5-91A78975886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F43B42D-DBAF-4EAB-B792-8757CDCC2A6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63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63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63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63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63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63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8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4E6EA76-777E-4EF3-8C0F-40ECAAFB282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8224F0F-E7C0-4351-BA58-8BF78DE24BC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360" cy="85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6360" cy="298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07EAA91-13A1-4FBC-8028-A3DDD8770E1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6000" cy="297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149FD56-D8F6-49B7-B79E-B22BCEB829A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560" cy="297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560" cy="297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9600ACF-813D-4D33-9CB5-A0004781FDE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9C9DE94-FC8B-449B-AD6B-129FE6A35A2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C3157DC-5924-455C-8443-95AC9EC84BA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terminado 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560" cy="297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29EFDBB-3C29-40BC-BEC8-B0EC82B9429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terminado 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560" cy="297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0DC5C9A-14D3-4E2C-ABE3-121E3AE46D0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terminad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600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666DCCE-6EB1-4F4C-968B-09A75F4A8C8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terminado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600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600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D29C87C-F095-4E3F-875B-DD0D4799F61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terminado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6B8AA96-1F77-41A3-830C-9E8722F6D8D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63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63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63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63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63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63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8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722F892-853F-4E0C-93F9-C08F75C8694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550CFD8A-9639-4874-B9C7-1F69DE685F61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24073256-E796-4EF1-AA62-D9A712FFFF87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2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42520" cy="387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0F9F2DA-733B-40C0-9164-ACFA7D52DEF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Num" idx="26"/>
          </p:nvPr>
        </p:nvSpPr>
        <p:spPr>
          <a:xfrm>
            <a:off x="8472600" y="4663080"/>
            <a:ext cx="541800" cy="386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1E64D58-53A0-47CB-A1B1-DA7E66D90CE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1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4080" y="638280"/>
            <a:ext cx="8516520" cy="216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Webinar 9 - Sprint 3</a:t>
            </a:r>
            <a:br>
              <a:rPr sz="6000"/>
            </a:br>
            <a:br>
              <a:rPr sz="2000"/>
            </a:br>
            <a:r>
              <a:rPr b="0" lang="en" sz="48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Explorar KPIs con SQL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Google Shape;34;p1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920" cy="19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PlaceHolder 2"/>
          <p:cNvSpPr>
            <a:spLocks noGrp="1"/>
          </p:cNvSpPr>
          <p:nvPr>
            <p:ph type="subTitle"/>
          </p:nvPr>
        </p:nvSpPr>
        <p:spPr>
          <a:xfrm>
            <a:off x="152280" y="3202200"/>
            <a:ext cx="8682840" cy="31626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BD61817D-1923-4D34-8918-CBE66A418BB6}" type="datetime5">
              <a:rPr b="0" lang="en" sz="1200" strike="noStrike" u="none">
                <a:solidFill>
                  <a:srgbClr val="2a2a2a"/>
                </a:solidFill>
                <a:effectLst/>
                <a:uFillTx/>
                <a:latin typeface="Inter Medium"/>
                <a:ea typeface="Inter Medium"/>
              </a:rPr>
              <a:t>Feb 12, 2026</a:t>
            </a:fld>
            <a:endParaRPr b="0" lang="es-MX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240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0760" cy="18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2240" cy="1852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Midamos los ánimos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7"/>
          <p:cNvSpPr/>
          <p:nvPr/>
        </p:nvSpPr>
        <p:spPr>
          <a:xfrm>
            <a:off x="180000" y="540000"/>
            <a:ext cx="8454600" cy="180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¿Cómo llegas hoy a la sesión?</a:t>
            </a:r>
            <a:br>
              <a:rPr sz="3200"/>
            </a:br>
            <a:r>
              <a:rPr b="0" lang="en" sz="26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Reacciona en la llamada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" name="Google Shape;49;p 2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0040" cy="18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"/>
          <p:cNvSpPr/>
          <p:nvPr/>
        </p:nvSpPr>
        <p:spPr>
          <a:xfrm>
            <a:off x="288000" y="1944000"/>
            <a:ext cx="197460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👏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Emocionado con el tema de hoy, ya lo conocía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2664000" y="1944000"/>
            <a:ext cx="1974600" cy="29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2664000" y="1944360"/>
            <a:ext cx="1974600" cy="29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4968000" y="1944720"/>
            <a:ext cx="197460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😮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y hoy deseo aclarar mis dudas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6948000" y="1945080"/>
            <a:ext cx="197460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😵‍💫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Apenas voy comenzando el tema y es nuevo para mi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subTitle"/>
          </p:nvPr>
        </p:nvSpPr>
        <p:spPr>
          <a:xfrm>
            <a:off x="152280" y="1440000"/>
            <a:ext cx="8516520" cy="33836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Bienvenida ( 10 min)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Revisión de proyecto del S3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Introducción a SQL  (90 min)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SQL para análisis de negocio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a1a1a"/>
              </a:buClr>
              <a:buFont typeface="Inter"/>
              <a:buAutoNum type="arabicPeriod"/>
            </a:pPr>
            <a:r>
              <a:rPr b="0" lang="en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🤔  Reflexión y discusión: ¿Qué aprendimos en esta sesión? (10min)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Google Shape;49;p1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920" cy="19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6520" cy="10382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Agenda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240;p3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920" cy="19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8314200" cy="26485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Repasemos conceptos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subTitle"/>
          </p:nvPr>
        </p:nvSpPr>
        <p:spPr>
          <a:xfrm>
            <a:off x="152280" y="1440000"/>
            <a:ext cx="8516520" cy="33836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Para qué sirve </a:t>
            </a:r>
            <a:r>
              <a:rPr b="1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GROUP BY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¿Cuál es la diferencia entre </a:t>
            </a:r>
            <a:r>
              <a:rPr b="1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WHERE</a:t>
            </a:r>
            <a:r>
              <a:rPr b="0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 y </a:t>
            </a:r>
            <a:r>
              <a:rPr b="1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HAVING</a:t>
            </a:r>
            <a:r>
              <a:rPr b="0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?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¿Qué usas para unir datos de más de una tabla?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" name="Google Shape;49;p 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920" cy="19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6520" cy="10382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¿Qué recuerdas?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213;p33"/>
          <p:cNvSpPr/>
          <p:nvPr/>
        </p:nvSpPr>
        <p:spPr>
          <a:xfrm>
            <a:off x="228600" y="1952280"/>
            <a:ext cx="2720880" cy="295848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Practicar las sentencias SQL elementales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Google Shape;214;p33"/>
          <p:cNvSpPr/>
          <p:nvPr/>
        </p:nvSpPr>
        <p:spPr>
          <a:xfrm>
            <a:off x="3209400" y="1952280"/>
            <a:ext cx="2720880" cy="295848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C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Interactuar con subconsultas y operaciones de ventana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Google Shape;215;p33"/>
          <p:cNvSpPr/>
          <p:nvPr/>
        </p:nvSpPr>
        <p:spPr>
          <a:xfrm>
            <a:off x="6190560" y="1952280"/>
            <a:ext cx="2720880" cy="295848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Calcular métricas de negocio con consultas SQL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5" name="Google Shape;216;p3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920" cy="19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6520" cy="10382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Objetivo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7" name="Google Shape;218;p33" descr=""/>
          <p:cNvPicPr/>
          <p:nvPr/>
        </p:nvPicPr>
        <p:blipFill>
          <a:blip r:embed="rId2"/>
          <a:stretch/>
        </p:blipFill>
        <p:spPr>
          <a:xfrm>
            <a:off x="424800" y="2191320"/>
            <a:ext cx="470520" cy="756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8" name="Google Shape;219;p33" descr=""/>
          <p:cNvPicPr/>
          <p:nvPr/>
        </p:nvPicPr>
        <p:blipFill>
          <a:blip r:embed="rId3"/>
          <a:stretch/>
        </p:blipFill>
        <p:spPr>
          <a:xfrm>
            <a:off x="3468960" y="2191320"/>
            <a:ext cx="470520" cy="756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" name="Google Shape;220;p33" descr=""/>
          <p:cNvPicPr/>
          <p:nvPr/>
        </p:nvPicPr>
        <p:blipFill>
          <a:blip r:embed="rId4"/>
          <a:stretch/>
        </p:blipFill>
        <p:spPr>
          <a:xfrm>
            <a:off x="6407280" y="2191320"/>
            <a:ext cx="470520" cy="756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16520" cy="25243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f2f1ee"/>
                </a:solidFill>
                <a:effectLst/>
                <a:uFillTx/>
                <a:latin typeface="Inter ExtraBold"/>
                <a:ea typeface="Inter ExtraBold"/>
              </a:rPr>
              <a:t>Vamos al código!</a:t>
            </a:r>
            <a:endParaRPr b="0" lang="es-MX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1" name="Google Shape;235;p35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4720" cy="187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311760" y="1914120"/>
            <a:ext cx="8516520" cy="10382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Thanks      for coming!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3" name="Google Shape;270;p39" descr=""/>
          <p:cNvPicPr/>
          <p:nvPr/>
        </p:nvPicPr>
        <p:blipFill>
          <a:blip r:embed="rId1"/>
          <a:stretch/>
        </p:blipFill>
        <p:spPr>
          <a:xfrm>
            <a:off x="3642120" y="2053080"/>
            <a:ext cx="641520" cy="641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4" name="Google Shape;271;p39" descr=""/>
          <p:cNvPicPr/>
          <p:nvPr/>
        </p:nvPicPr>
        <p:blipFill>
          <a:blip r:embed="rId2"/>
          <a:stretch/>
        </p:blipFill>
        <p:spPr>
          <a:xfrm>
            <a:off x="4138560" y="228600"/>
            <a:ext cx="862920" cy="190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4287</TotalTime>
  <Application>LibreOffice/25.8.3.2$Windows_X86_64 LibreOffice_project/8ca8d55c161d602844f5428fa4b58097424e324e</Application>
  <AppVersion>15.0000</AppVersion>
  <Words>1731</Words>
  <Paragraphs>193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es-MX</dc:language>
  <cp:lastModifiedBy/>
  <dcterms:modified xsi:type="dcterms:W3CDTF">2026-02-12T16:27:58Z</dcterms:modified>
  <cp:revision>33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36</vt:i4>
  </property>
  <property fmtid="{D5CDD505-2E9C-101B-9397-08002B2CF9AE}" pid="3" name="Notes">
    <vt:i4>50</vt:i4>
  </property>
  <property fmtid="{D5CDD505-2E9C-101B-9397-08002B2CF9AE}" pid="4" name="PresentationFormat">
    <vt:lpwstr>Presentación en pantalla (16:9)</vt:lpwstr>
  </property>
  <property fmtid="{D5CDD505-2E9C-101B-9397-08002B2CF9AE}" pid="5" name="Slides">
    <vt:i4>50</vt:i4>
  </property>
</Properties>
</file>