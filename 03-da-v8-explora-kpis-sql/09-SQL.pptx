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21D5F7-A660-4C7A-97F0-969C653AF02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959CED-115E-4A7C-949F-3FD90CC72D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2F2AD1-3FBE-4369-A8B2-AC294BA3ED2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2DD6EA-40CC-4B92-8F8A-74D190D1F8D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5F470C-09A7-4331-9F37-2D07E90991D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F582DB-F873-4B08-B300-404FB2E76AA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774830-8C73-4DF2-A3BD-5755110702D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BD45C1-9C9C-4F0B-A1CE-4810715579D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699EA9-5D51-4360-8791-4DDEF23D45E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42861E-BAEA-42B4-9A39-0B5C62B9FE4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1B542E-0CA7-4479-9AD7-493A1CECDBD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4FA9FC-21E0-4DEE-A944-769870F5461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A04BE9-33E3-4A16-BF2F-5D3D028C290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347C29-0A8C-443E-B9E3-250ACF23150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2C6316-BAE0-4729-9E46-5A42DB1948A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56A639-E69A-4750-B202-2DCB7EE7296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5A6AD2-2554-4D47-954D-1F598B056B8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E47252-6FB7-4F27-8855-5170C128D59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2C5019-86B1-40BF-9C18-F6368B84D57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1E32B1-DC88-4302-B1D7-CCC08F7BD3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CD7D65-7204-46A6-8E32-E7AAA094142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10686F-9A37-4F9C-8311-19EAA56746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46E661-C92C-4401-BE4F-91874006E3E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5040" cy="389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B91654-5E90-41AF-8B87-A22DFA1B5E9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1A7B0C1B-B9BF-42D0-9183-6536833767CC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12D2F2A-DC21-4331-B0DE-A629755F07B1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2880" cy="387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A0AA861-6E42-4F69-ADFC-0AFF3A28C9D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42700C-1523-4373-B344-B3E553C6F6B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880" cy="216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9 - Sprint 3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Explorar KPIs con SQL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3200" cy="3162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56DC8128-85AB-4DE4-97B6-EAFD3A76D141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Jan 21, 2026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120" cy="18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2600" cy="185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4960" cy="180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400" cy="1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49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49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496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49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496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6880" cy="3384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Revisión de proyecto del S3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a SQL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SQL para análisis de negocio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8314560" cy="2648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Repasemos conceptos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6880" cy="33840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¿Cuál es la diferencia entre </a:t>
            </a:r>
            <a:r>
              <a:rPr b="1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WHERE</a:t>
            </a: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y </a:t>
            </a:r>
            <a:r>
              <a:rPr b="1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HAVING</a:t>
            </a: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?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¿Qué usas para unir datos de más de una tabla?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¿Qué recuerdas?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Practicar las sentencias SQL elementales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Interactuar con subconsultas y operaciones de ventana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1240" cy="295884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Calcular métricas de negocio con consultas SQL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880" cy="75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880" cy="2524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080" cy="188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880" cy="1038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880" cy="64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3280" cy="19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3086</TotalTime>
  <Application>LibreOffice/25.8.3.2$Windows_X86_64 LibreOffice_project/8ca8d55c161d602844f5428fa4b58097424e324e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2026-01-21T08:26:04Z</dcterms:modified>
  <cp:revision>31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