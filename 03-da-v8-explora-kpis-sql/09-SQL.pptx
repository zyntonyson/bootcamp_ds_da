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6C8690-4F93-4EA4-96C5-91D16C7F99C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6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78A3F4C-65ED-488D-8017-BB9CBE93B01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6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00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634CFEC-DBD6-4EB8-BDE1-BC546DF1AF2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444751-450F-4947-B534-2FB3D470026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F40843-D971-4EEB-8A07-691B42826C4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AE7FE0-C45C-4BEC-A9B7-340657CB673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089773-8563-4117-83C3-FFC265FE694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CF54E6-47E0-4E05-A0EA-F9446E1FF18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00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B887BB-12C0-4CBF-9C02-C75EE6D7DB2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00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00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88B4C9-503B-4343-BC5B-25EA55B7264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827F43-6DE4-4D8F-B450-7C90B06E3FD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BC6A63-C918-46B6-B4C4-15F04C600B3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2F8C8A-1D8D-42B9-85E0-FD8C4400D3D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9D512C-0095-4684-8DFA-064E3BD6F45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00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94B27BD-920A-4B84-925A-F84553D0308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4587D41-0109-4EBC-9126-2AE6F69534F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3E3700-A914-4C46-936D-6BD6CD2ED0E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0F5DF98-45EA-4BC7-B55D-106E0E3E9C3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CA4D609-8ED5-4F74-87EC-CC44E0ACE3C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FA53CF6-1361-485F-A3FE-84EB42C3D0C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00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392ECC-5DE2-4618-A7A3-77EBC47924E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00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00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468F44-2C65-4A84-BA36-F1E8E0EFCB0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5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3D8F2CA-7DD0-4FF0-B7DE-AE4E225CC01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360" cy="141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238781-947C-40FB-BA09-65BCD95A242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D2D2B610-7EB2-4257-B2B9-D870FD1E5C19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AB661F8-7364-4415-8C13-6E6D64B8C6DF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2520" cy="387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1D754B4-2A26-4883-AB02-FEFEB91AB61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460452-BA7C-4E40-BD19-C677393116A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6520" cy="216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9 - Sprint 3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Explorar KPIs con SQL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2840" cy="3162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72C89C60-643C-483E-AED2-835B56F63EF9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Feb 11, 2026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760" cy="18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2240" cy="185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4600" cy="18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040" cy="1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460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460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460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460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460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6520" cy="33836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Revisión de proyecto del S3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Introducción a SQL  (90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SQL para análisis de negocio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6520" cy="1038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8314200" cy="2648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Repasemos conceptos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6520" cy="33836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Para qué sirve </a:t>
            </a:r>
            <a:r>
              <a:rPr b="1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GROUP BY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¿Cuál es la diferencia entre </a:t>
            </a:r>
            <a:r>
              <a:rPr b="1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WHERE</a:t>
            </a: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y </a:t>
            </a:r>
            <a:r>
              <a:rPr b="1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HAVING</a:t>
            </a: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?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¿Qué usas para unir datos de más de una tabla?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49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6520" cy="1038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¿Qué recuerdas?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213;p33"/>
          <p:cNvSpPr/>
          <p:nvPr/>
        </p:nvSpPr>
        <p:spPr>
          <a:xfrm>
            <a:off x="228600" y="1952280"/>
            <a:ext cx="2720880" cy="29584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Practicar las sentencias SQL elementales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14;p33"/>
          <p:cNvSpPr/>
          <p:nvPr/>
        </p:nvSpPr>
        <p:spPr>
          <a:xfrm>
            <a:off x="3209400" y="1952280"/>
            <a:ext cx="2720880" cy="29584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Interactuar con subconsultas y operaciones de ventana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15;p33"/>
          <p:cNvSpPr/>
          <p:nvPr/>
        </p:nvSpPr>
        <p:spPr>
          <a:xfrm>
            <a:off x="6190560" y="1952280"/>
            <a:ext cx="2720880" cy="29584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Calcular métricas de negocio con consultas SQL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6520" cy="1038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0520" cy="75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0520" cy="75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0520" cy="756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6520" cy="2524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87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6520" cy="1038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1520" cy="64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3090</TotalTime>
  <Application>LibreOffice/25.8.3.2$Windows_X86_64 LibreOffice_project/8ca8d55c161d602844f5428fa4b58097424e324e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2026-02-11T17:59:30Z</dcterms:modified>
  <cp:revision>32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