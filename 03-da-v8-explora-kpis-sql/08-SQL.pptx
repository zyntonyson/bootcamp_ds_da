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9425F6-5ECA-419C-B957-310633A5737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35E01B-8028-476F-A460-7C940A6BA10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0BE54F-0194-4C35-A70C-0E06F669FDB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A5B0EA-AF0A-4E45-9331-D6C71A6554E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3304FD-7C87-435A-A5B9-6F7A5857313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D496CD-B9DA-416C-90DB-52408918933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045AC8-CCDF-429C-888B-2C47909A29F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AC9E0C-72DF-4792-81CE-14A15879E0F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4EEFA6-7897-450D-B4BD-2CDD562D1A8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06A037-90AC-48F0-81A0-FEEB2A3BF03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FAF757-950F-43EA-86F1-17BE3195BC7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591901-CD18-47CB-B15A-AE27420FDD5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AC574C-7017-4DF0-BD43-D3857A1FF97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B73801-153D-4035-B3F9-F17285F02C9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EBE15E-212A-44CE-B168-689A389A120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00E0AE-8590-4C68-8246-5C5702F9B11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C7E1A9-CEB2-4761-A6B3-2528B1D285B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94F0E7-7187-4EB9-9C06-75E747AF932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351FCF-CAFB-41FF-9369-3314C9B18AF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E342C5-FE60-420E-B905-AC4CAF430E8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21DF92-7D68-471F-9AAF-D0D9537115D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F3C7AD-905F-40DD-BBAC-021C398ED52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8F2E99-8588-47A2-9134-B54944A2AEE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FA6832-FE86-42BF-AD59-C8D91D785C3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656404D8-48A7-494D-B128-14A5E11124BB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BBA0FFF-C888-4B7F-9A25-84CF7E201DBE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0C1EBD-51CB-4DF9-BE98-6B5CC191B82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2880" cy="387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1274B3-2EE4-4090-B28E-D62F9E0914C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7600" cy="216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8 - Sprint 3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Explorar KPIs con SQL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3920" cy="3163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0DF29902-8617-4100-B478-903C5F16FEED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Oct 23,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3320" cy="185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5680" cy="180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120" cy="18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56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56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56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56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56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7600" cy="33847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Aviso parroquial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Contenido Sprint 3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Jueves 30 oct ➡️ Miércoles 29 oct 8 PM CDMX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Introducción a SQL (90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conceptos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Practica en vivo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7600" cy="1039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8315280" cy="2649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Repasemos conceptos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213;p33"/>
          <p:cNvSpPr/>
          <p:nvPr/>
        </p:nvSpPr>
        <p:spPr>
          <a:xfrm>
            <a:off x="228600" y="1952280"/>
            <a:ext cx="2721960" cy="29595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Practicar las sentencias SQL elementales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214;p33"/>
          <p:cNvSpPr/>
          <p:nvPr/>
        </p:nvSpPr>
        <p:spPr>
          <a:xfrm>
            <a:off x="3209400" y="1952280"/>
            <a:ext cx="2721960" cy="29595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Interactuar con funciones de filtrado avanzadas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215;p33"/>
          <p:cNvSpPr/>
          <p:nvPr/>
        </p:nvSpPr>
        <p:spPr>
          <a:xfrm>
            <a:off x="6190560" y="1952280"/>
            <a:ext cx="2721960" cy="29595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Usar funciones de ventana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7600" cy="1039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1600" cy="75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1600" cy="75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1600" cy="757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7600" cy="2525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89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7600" cy="1039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2600" cy="6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1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2161</TotalTime>
  <Application>LibreOffice/25.8.2.2$Windows_X86_64 LibreOffice_project/d401f2107ccab8f924a8e2df40f573aab7605b6f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2025-10-23T20:03:17Z</dcterms:modified>
  <cp:revision>28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