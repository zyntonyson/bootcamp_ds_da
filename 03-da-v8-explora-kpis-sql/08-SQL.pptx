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Default Extension="fntdata" ContentType="application/x-fontdata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presentation.xml" ContentType="application/vnd.openxmlformats-officedocument.presentationml.presentation.main+xml"/>
  <Override PartName="/ppt/slideMasters/slideMaster26.xml" ContentType="application/vnd.openxmlformats-officedocument.presentationml.slideMaster+xml"/>
  <Override PartName="/ppt/slideMasters/slideMaster13.xml" ContentType="application/vnd.openxmlformats-officedocument.presentationml.slideMaster+xml"/>
  <Override PartName="/ppt/slideMasters/slideMaster1.xml" ContentType="application/vnd.openxmlformats-officedocument.presentationml.slideMaster+xml"/>
  <Override PartName="/ppt/slideMasters/slideMaster25.xml" ContentType="application/vnd.openxmlformats-officedocument.presentationml.slideMaster+xml"/>
  <Override PartName="/ppt/slideMasters/_rels/slideMaster13.xml.rels" ContentType="application/vnd.openxmlformats-package.relationships+xml"/>
  <Override PartName="/ppt/slideMasters/_rels/slideMaster26.xml.rels" ContentType="application/vnd.openxmlformats-package.relationships+xml"/>
  <Override PartName="/ppt/slideMasters/_rels/slideMaster1.xml.rels" ContentType="application/vnd.openxmlformats-package.relationships+xml"/>
  <Override PartName="/ppt/slideMasters/_rels/slideMaster25.xml.rels" ContentType="application/vnd.openxmlformats-package.relationships+xml"/>
  <Override PartName="/ppt/slideLayouts/slideLayout23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_rels/slideLayout23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6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2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2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22.xml.rels" ContentType="application/vnd.openxmlformats-package.relationships+xml"/>
  <Override PartName="/ppt/presProps.xml" ContentType="application/vnd.openxmlformats-officedocument.presentationml.presProps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png" ContentType="image/png"/>
  <Override PartName="/ppt/media/image6.png" ContentType="image/png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8.xml.rels" ContentType="application/vnd.openxmlformats-package.relationships+xml"/>
  <Override PartName="/ppt/_rels/presentation.xml.rels" ContentType="application/vnd.openxmlformats-package.relationships+xml"/>
  <Override PartName="/_rels/.rels" ContentType="application/vnd.openxmlformats-package.relationshi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  <p:sldMasterId id="2147483674" r:id="rId4"/>
    <p:sldMasterId id="2147483676" r:id="rId5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</p:sldIdLst>
  <p:sldSz cx="9144000" cy="5143500"/>
  <p:notesSz cx="7772400" cy="100584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13.xml"/><Relationship Id="rId4" Type="http://schemas.openxmlformats.org/officeDocument/2006/relationships/slideMaster" Target="slideMasters/slideMaster25.xml"/><Relationship Id="rId5" Type="http://schemas.openxmlformats.org/officeDocument/2006/relationships/slideMaster" Target="slideMasters/slideMaster26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
</Relationships>
</file>

<file path=ppt/slideLayouts/_rels/slideLayout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7440" cy="856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1"/>
          </p:nvPr>
        </p:nvSpPr>
        <p:spPr>
          <a:xfrm>
            <a:off x="8472600" y="4663080"/>
            <a:ext cx="546120" cy="390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F9E7813E-7174-4C30-972F-38E3598D5F4F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entered Tex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sldNum" idx="2"/>
          </p:nvPr>
        </p:nvSpPr>
        <p:spPr>
          <a:xfrm>
            <a:off x="8472600" y="4663080"/>
            <a:ext cx="546120" cy="390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75AE50C1-AB5A-45A7-8CC0-E660F8C8E5F1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Tx" preserve="1">
  <p:cSld name="Title, 2 Content and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7440" cy="856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4000" cy="1420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4000" cy="2981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4014000" cy="1420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5"/>
          <p:cNvSpPr>
            <a:spLocks noGrp="1"/>
          </p:cNvSpPr>
          <p:nvPr>
            <p:ph type="sldNum" idx="3"/>
          </p:nvPr>
        </p:nvSpPr>
        <p:spPr>
          <a:xfrm>
            <a:off x="8472600" y="4663080"/>
            <a:ext cx="546120" cy="390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BC731065-161D-4138-BC04-8436EC531839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AndTwoObj" preserve="1">
  <p:cSld name="Title Content and 2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7440" cy="856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4000" cy="2981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4000" cy="1420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4"/>
          <p:cNvSpPr>
            <a:spLocks noGrp="1"/>
          </p:cNvSpPr>
          <p:nvPr>
            <p:ph type="body"/>
          </p:nvPr>
        </p:nvSpPr>
        <p:spPr>
          <a:xfrm>
            <a:off x="4674240" y="2761920"/>
            <a:ext cx="4014000" cy="1420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PlaceHolder 5"/>
          <p:cNvSpPr>
            <a:spLocks noGrp="1"/>
          </p:cNvSpPr>
          <p:nvPr>
            <p:ph type="sldNum" idx="4"/>
          </p:nvPr>
        </p:nvSpPr>
        <p:spPr>
          <a:xfrm>
            <a:off x="8472600" y="4663080"/>
            <a:ext cx="546120" cy="390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6B0871A0-BDE3-41B6-8B2F-6EF015CA45B4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7440" cy="856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4000" cy="1420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4000" cy="1420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8227440" cy="1420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PlaceHolder 5"/>
          <p:cNvSpPr>
            <a:spLocks noGrp="1"/>
          </p:cNvSpPr>
          <p:nvPr>
            <p:ph type="sldNum" idx="5"/>
          </p:nvPr>
        </p:nvSpPr>
        <p:spPr>
          <a:xfrm>
            <a:off x="8472600" y="4663080"/>
            <a:ext cx="546120" cy="390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C5880345-1478-4FA4-9E10-8E94AB98C991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7440" cy="856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7440" cy="1420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PlaceHolder 3"/>
          <p:cNvSpPr>
            <a:spLocks noGrp="1"/>
          </p:cNvSpPr>
          <p:nvPr>
            <p:ph type="body"/>
          </p:nvPr>
        </p:nvSpPr>
        <p:spPr>
          <a:xfrm>
            <a:off x="457200" y="2761920"/>
            <a:ext cx="8227440" cy="1420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PlaceHolder 4"/>
          <p:cNvSpPr>
            <a:spLocks noGrp="1"/>
          </p:cNvSpPr>
          <p:nvPr>
            <p:ph type="sldNum" idx="6"/>
          </p:nvPr>
        </p:nvSpPr>
        <p:spPr>
          <a:xfrm>
            <a:off x="8472600" y="4663080"/>
            <a:ext cx="546120" cy="390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23F449F0-9E9B-495F-BA7E-DA99A8FF519E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7440" cy="856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4000" cy="1420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4000" cy="1420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4014000" cy="1420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PlaceHolder 5"/>
          <p:cNvSpPr>
            <a:spLocks noGrp="1"/>
          </p:cNvSpPr>
          <p:nvPr>
            <p:ph type="body"/>
          </p:nvPr>
        </p:nvSpPr>
        <p:spPr>
          <a:xfrm>
            <a:off x="4674240" y="2761920"/>
            <a:ext cx="4014000" cy="1420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PlaceHolder 6"/>
          <p:cNvSpPr>
            <a:spLocks noGrp="1"/>
          </p:cNvSpPr>
          <p:nvPr>
            <p:ph type="sldNum" idx="7"/>
          </p:nvPr>
        </p:nvSpPr>
        <p:spPr>
          <a:xfrm>
            <a:off x="8472600" y="4663080"/>
            <a:ext cx="546120" cy="390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6B5D09AF-EBD3-49A8-93C7-2521E4B9A612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7440" cy="856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2647800" cy="1420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PlaceHolder 3"/>
          <p:cNvSpPr>
            <a:spLocks noGrp="1"/>
          </p:cNvSpPr>
          <p:nvPr>
            <p:ph type="body"/>
          </p:nvPr>
        </p:nvSpPr>
        <p:spPr>
          <a:xfrm>
            <a:off x="3239640" y="1203480"/>
            <a:ext cx="2647800" cy="1420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PlaceHolder 4"/>
          <p:cNvSpPr>
            <a:spLocks noGrp="1"/>
          </p:cNvSpPr>
          <p:nvPr>
            <p:ph type="body"/>
          </p:nvPr>
        </p:nvSpPr>
        <p:spPr>
          <a:xfrm>
            <a:off x="6022080" y="1203480"/>
            <a:ext cx="2647800" cy="1420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PlaceHolder 5"/>
          <p:cNvSpPr>
            <a:spLocks noGrp="1"/>
          </p:cNvSpPr>
          <p:nvPr>
            <p:ph type="body"/>
          </p:nvPr>
        </p:nvSpPr>
        <p:spPr>
          <a:xfrm>
            <a:off x="457200" y="2761920"/>
            <a:ext cx="2647800" cy="1420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PlaceHolder 6"/>
          <p:cNvSpPr>
            <a:spLocks noGrp="1"/>
          </p:cNvSpPr>
          <p:nvPr>
            <p:ph type="body"/>
          </p:nvPr>
        </p:nvSpPr>
        <p:spPr>
          <a:xfrm>
            <a:off x="3239640" y="2761920"/>
            <a:ext cx="2647800" cy="1420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PlaceHolder 7"/>
          <p:cNvSpPr>
            <a:spLocks noGrp="1"/>
          </p:cNvSpPr>
          <p:nvPr>
            <p:ph type="body"/>
          </p:nvPr>
        </p:nvSpPr>
        <p:spPr>
          <a:xfrm>
            <a:off x="6022080" y="2761920"/>
            <a:ext cx="2647800" cy="1420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PlaceHolder 8"/>
          <p:cNvSpPr>
            <a:spLocks noGrp="1"/>
          </p:cNvSpPr>
          <p:nvPr>
            <p:ph type="sldNum" idx="8"/>
          </p:nvPr>
        </p:nvSpPr>
        <p:spPr>
          <a:xfrm>
            <a:off x="8472600" y="4663080"/>
            <a:ext cx="546120" cy="390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D189E5E3-6CBA-4637-9B24-DA738526D00C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sldNum" idx="9"/>
          </p:nvPr>
        </p:nvSpPr>
        <p:spPr>
          <a:xfrm>
            <a:off x="8472600" y="4663080"/>
            <a:ext cx="546120" cy="390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D7CE7730-8393-40FA-8258-3DBD857DC067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7440" cy="856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PlaceHolder 2"/>
          <p:cNvSpPr>
            <a:spLocks noGrp="1"/>
          </p:cNvSpPr>
          <p:nvPr>
            <p:ph type="sldNum" idx="10"/>
          </p:nvPr>
        </p:nvSpPr>
        <p:spPr>
          <a:xfrm>
            <a:off x="8472600" y="4663080"/>
            <a:ext cx="546120" cy="390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27CD3891-F005-4A8C-B736-EB88F57EC119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7440" cy="856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7440" cy="2981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sldNum" idx="11"/>
          </p:nvPr>
        </p:nvSpPr>
        <p:spPr>
          <a:xfrm>
            <a:off x="8472600" y="4663080"/>
            <a:ext cx="546120" cy="390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86E3E03E-21C5-46C9-8729-21CEB504B8EF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7440" cy="856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4000" cy="2981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4000" cy="2981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sldNum" idx="12"/>
          </p:nvPr>
        </p:nvSpPr>
        <p:spPr>
          <a:xfrm>
            <a:off x="8472600" y="4663080"/>
            <a:ext cx="546120" cy="390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73A38F7F-F117-4483-BDFB-C8872C639ACB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Predeterminado 8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7440" cy="856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 type="sldNum" idx="13"/>
          </p:nvPr>
        </p:nvSpPr>
        <p:spPr>
          <a:xfrm>
            <a:off x="8472600" y="4663080"/>
            <a:ext cx="546120" cy="390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5C8D4DAE-CB3C-467B-9F84-571BE57ED8B9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redeterminado 9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sldNum" idx="14"/>
          </p:nvPr>
        </p:nvSpPr>
        <p:spPr>
          <a:xfrm>
            <a:off x="8472600" y="4663080"/>
            <a:ext cx="546120" cy="390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726535E4-BEF3-4554-8CB5-F757FE5E9023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Tx" preserve="1">
  <p:cSld name="Predeterminado 10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7440" cy="856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4000" cy="1420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4000" cy="2981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4014000" cy="1420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PlaceHolder 5"/>
          <p:cNvSpPr>
            <a:spLocks noGrp="1"/>
          </p:cNvSpPr>
          <p:nvPr>
            <p:ph type="sldNum" idx="15"/>
          </p:nvPr>
        </p:nvSpPr>
        <p:spPr>
          <a:xfrm>
            <a:off x="8472600" y="4663080"/>
            <a:ext cx="546120" cy="390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5CA75E1C-82C2-455C-A866-7C4DBAF2C69B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AndTwoObj" preserve="1">
  <p:cSld name="Predeterminado 11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7440" cy="856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4000" cy="2981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4000" cy="1420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PlaceHolder 4"/>
          <p:cNvSpPr>
            <a:spLocks noGrp="1"/>
          </p:cNvSpPr>
          <p:nvPr>
            <p:ph type="body"/>
          </p:nvPr>
        </p:nvSpPr>
        <p:spPr>
          <a:xfrm>
            <a:off x="4674240" y="2761920"/>
            <a:ext cx="4014000" cy="1420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PlaceHolder 5"/>
          <p:cNvSpPr>
            <a:spLocks noGrp="1"/>
          </p:cNvSpPr>
          <p:nvPr>
            <p:ph type="sldNum" idx="16"/>
          </p:nvPr>
        </p:nvSpPr>
        <p:spPr>
          <a:xfrm>
            <a:off x="8472600" y="4663080"/>
            <a:ext cx="546120" cy="390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971BA0B4-363F-494A-9AFD-FB05C73E1A5B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Predeterminado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7440" cy="856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4000" cy="1420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4000" cy="1420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8227440" cy="1420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PlaceHolder 5"/>
          <p:cNvSpPr>
            <a:spLocks noGrp="1"/>
          </p:cNvSpPr>
          <p:nvPr>
            <p:ph type="sldNum" idx="17"/>
          </p:nvPr>
        </p:nvSpPr>
        <p:spPr>
          <a:xfrm>
            <a:off x="8472600" y="4663080"/>
            <a:ext cx="546120" cy="390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06A9B9F4-96C2-4B48-9E79-EF8091170955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Predeterminado 1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7440" cy="856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7440" cy="1420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PlaceHolder 3"/>
          <p:cNvSpPr>
            <a:spLocks noGrp="1"/>
          </p:cNvSpPr>
          <p:nvPr>
            <p:ph type="body"/>
          </p:nvPr>
        </p:nvSpPr>
        <p:spPr>
          <a:xfrm>
            <a:off x="457200" y="2761920"/>
            <a:ext cx="8227440" cy="1420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PlaceHolder 4"/>
          <p:cNvSpPr>
            <a:spLocks noGrp="1"/>
          </p:cNvSpPr>
          <p:nvPr>
            <p:ph type="sldNum" idx="18"/>
          </p:nvPr>
        </p:nvSpPr>
        <p:spPr>
          <a:xfrm>
            <a:off x="8472600" y="4663080"/>
            <a:ext cx="546120" cy="390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73ED6C9C-7E2F-4294-9750-F96A4FF21640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Predeterminado 2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7440" cy="856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4000" cy="1420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4000" cy="1420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4014000" cy="1420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PlaceHolder 5"/>
          <p:cNvSpPr>
            <a:spLocks noGrp="1"/>
          </p:cNvSpPr>
          <p:nvPr>
            <p:ph type="body"/>
          </p:nvPr>
        </p:nvSpPr>
        <p:spPr>
          <a:xfrm>
            <a:off x="4674240" y="2761920"/>
            <a:ext cx="4014000" cy="1420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PlaceHolder 6"/>
          <p:cNvSpPr>
            <a:spLocks noGrp="1"/>
          </p:cNvSpPr>
          <p:nvPr>
            <p:ph type="sldNum" idx="19"/>
          </p:nvPr>
        </p:nvSpPr>
        <p:spPr>
          <a:xfrm>
            <a:off x="8472600" y="4663080"/>
            <a:ext cx="546120" cy="390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36C6ED55-A03D-4478-B91A-0843553BB1E3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redeterminado 3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7440" cy="856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2647800" cy="1420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PlaceHolder 3"/>
          <p:cNvSpPr>
            <a:spLocks noGrp="1"/>
          </p:cNvSpPr>
          <p:nvPr>
            <p:ph type="body"/>
          </p:nvPr>
        </p:nvSpPr>
        <p:spPr>
          <a:xfrm>
            <a:off x="3239640" y="1203480"/>
            <a:ext cx="2647800" cy="1420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PlaceHolder 4"/>
          <p:cNvSpPr>
            <a:spLocks noGrp="1"/>
          </p:cNvSpPr>
          <p:nvPr>
            <p:ph type="body"/>
          </p:nvPr>
        </p:nvSpPr>
        <p:spPr>
          <a:xfrm>
            <a:off x="6022080" y="1203480"/>
            <a:ext cx="2647800" cy="1420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PlaceHolder 5"/>
          <p:cNvSpPr>
            <a:spLocks noGrp="1"/>
          </p:cNvSpPr>
          <p:nvPr>
            <p:ph type="body"/>
          </p:nvPr>
        </p:nvSpPr>
        <p:spPr>
          <a:xfrm>
            <a:off x="457200" y="2761920"/>
            <a:ext cx="2647800" cy="1420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PlaceHolder 6"/>
          <p:cNvSpPr>
            <a:spLocks noGrp="1"/>
          </p:cNvSpPr>
          <p:nvPr>
            <p:ph type="body"/>
          </p:nvPr>
        </p:nvSpPr>
        <p:spPr>
          <a:xfrm>
            <a:off x="3239640" y="2761920"/>
            <a:ext cx="2647800" cy="1420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PlaceHolder 7"/>
          <p:cNvSpPr>
            <a:spLocks noGrp="1"/>
          </p:cNvSpPr>
          <p:nvPr>
            <p:ph type="body"/>
          </p:nvPr>
        </p:nvSpPr>
        <p:spPr>
          <a:xfrm>
            <a:off x="6022080" y="2761920"/>
            <a:ext cx="2647800" cy="1420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PlaceHolder 8"/>
          <p:cNvSpPr>
            <a:spLocks noGrp="1"/>
          </p:cNvSpPr>
          <p:nvPr>
            <p:ph type="sldNum" idx="20"/>
          </p:nvPr>
        </p:nvSpPr>
        <p:spPr>
          <a:xfrm>
            <a:off x="8472600" y="4663080"/>
            <a:ext cx="546120" cy="390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398BB356-8A70-4E99-8EBE-169CFFE45F00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redeterminado 4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PlaceHolder 1"/>
          <p:cNvSpPr>
            <a:spLocks noGrp="1"/>
          </p:cNvSpPr>
          <p:nvPr>
            <p:ph type="sldNum" idx="21"/>
          </p:nvPr>
        </p:nvSpPr>
        <p:spPr>
          <a:xfrm>
            <a:off x="8472600" y="4663080"/>
            <a:ext cx="546120" cy="390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8712953A-2A88-4126-9530-E3D4A8147E61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5" name="PlaceHolder 2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7800" cy="857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PlaceHolder 3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7800" cy="2981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Predeterminado 5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7440" cy="856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PlaceHolder 2"/>
          <p:cNvSpPr>
            <a:spLocks noGrp="1"/>
          </p:cNvSpPr>
          <p:nvPr>
            <p:ph type="sldNum" idx="22"/>
          </p:nvPr>
        </p:nvSpPr>
        <p:spPr>
          <a:xfrm>
            <a:off x="8472600" y="4663080"/>
            <a:ext cx="546120" cy="390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15E1E30E-3635-4FB2-B7F5-7B745E83E0E5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Predeterminado 6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7440" cy="856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7440" cy="2981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PlaceHolder 3"/>
          <p:cNvSpPr>
            <a:spLocks noGrp="1"/>
          </p:cNvSpPr>
          <p:nvPr>
            <p:ph type="sldNum" idx="23"/>
          </p:nvPr>
        </p:nvSpPr>
        <p:spPr>
          <a:xfrm>
            <a:off x="8472600" y="4663080"/>
            <a:ext cx="546120" cy="390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3A5236D9-8488-47B8-B761-4DC32D2CE541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Predeterminado 7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7440" cy="856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4000" cy="2981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4000" cy="2981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PlaceHolder 4"/>
          <p:cNvSpPr>
            <a:spLocks noGrp="1"/>
          </p:cNvSpPr>
          <p:nvPr>
            <p:ph type="sldNum" idx="24"/>
          </p:nvPr>
        </p:nvSpPr>
        <p:spPr>
          <a:xfrm>
            <a:off x="8472600" y="4663080"/>
            <a:ext cx="546120" cy="390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E4A58DF7-812D-4914-828B-5F501FA6FF98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25"/>
          </p:nvPr>
        </p:nvSpPr>
        <p:spPr/>
        <p:txBody>
          <a:bodyPr/>
          <a:p>
            <a:fld id="{39A42F8F-31A3-4FF3-91E6-704D9B6F910B}" type="slidenum">
              <a:t>&lt;#&gt;</a:t>
            </a:fld>
          </a:p>
        </p:txBody>
      </p:sp>
    </p:spTree>
  </p:cSld>
</p:sldLayout>
</file>

<file path=ppt/slideLayouts/slideLayout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FD28E268-C76E-457E-BB2A-8CA63048EB9B}" type="slidenum">
              <a:t>&lt;#&gt;</a:t>
            </a:fld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_rels/slideMaster13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
</Relationships>
</file>

<file path=ppt/slideMasters/_rels/slideMaster25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25.xml"/>
</Relationships>
</file>

<file path=ppt/slideMasters/_rels/slideMaster26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26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Masters/slideMaster1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</p:sldMaster>
</file>

<file path=ppt/slideMasters/slideMaster2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PlaceHolder 1"/>
          <p:cNvSpPr>
            <a:spLocks noGrp="1"/>
          </p:cNvSpPr>
          <p:nvPr>
            <p:ph type="sldNum" idx="25"/>
          </p:nvPr>
        </p:nvSpPr>
        <p:spPr>
          <a:xfrm>
            <a:off x="8472600" y="4663080"/>
            <a:ext cx="543960" cy="388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771CB232-58BF-4963-A2F9-11803F7A3250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7" name="PlaceHolder 2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s-MX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PlaceHolder 3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5" r:id="rId2"/>
  </p:sldLayoutIdLst>
</p:sldMaster>
</file>

<file path=ppt/slideMasters/slideMaster2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PlaceHolder 1"/>
          <p:cNvSpPr>
            <a:spLocks noGrp="1"/>
          </p:cNvSpPr>
          <p:nvPr>
            <p:ph type="sldNum" idx="26"/>
          </p:nvPr>
        </p:nvSpPr>
        <p:spPr>
          <a:xfrm>
            <a:off x="8472600" y="4663080"/>
            <a:ext cx="543240" cy="388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3C8610ED-148E-4F48-AA1A-1B8A4805AE62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0" name="PlaceHolder 2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s-MX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PlaceHolder 3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7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5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6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slideLayout" Target="../slideLayouts/slideLayout2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2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2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8f6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PlaceHolder 1"/>
          <p:cNvSpPr>
            <a:spLocks noGrp="1"/>
          </p:cNvSpPr>
          <p:nvPr>
            <p:ph type="title"/>
          </p:nvPr>
        </p:nvSpPr>
        <p:spPr>
          <a:xfrm>
            <a:off x="64080" y="638280"/>
            <a:ext cx="8517960" cy="216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91440" anchor="t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" sz="60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Webinar 7 - Sprint 3</a:t>
            </a:r>
            <a:br>
              <a:rPr sz="6000"/>
            </a:br>
            <a:br>
              <a:rPr sz="2000"/>
            </a:br>
            <a:r>
              <a:rPr b="0" lang="en" sz="4800" strike="noStrike" u="none">
                <a:solidFill>
                  <a:srgbClr val="666666"/>
                </a:solidFill>
                <a:effectLst/>
                <a:uFillTx/>
                <a:latin typeface="Inter ExtraBold"/>
                <a:ea typeface="Inter ExtraBold"/>
              </a:rPr>
              <a:t>Explorar KPIs con SQL</a:t>
            </a:r>
            <a:endParaRPr b="0" lang="es-MX" sz="4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3" name="Google Shape;34;p14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4360" cy="191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4" name="PlaceHolder 2"/>
          <p:cNvSpPr>
            <a:spLocks noGrp="1"/>
          </p:cNvSpPr>
          <p:nvPr>
            <p:ph type="subTitle"/>
          </p:nvPr>
        </p:nvSpPr>
        <p:spPr>
          <a:xfrm>
            <a:off x="152280" y="3202200"/>
            <a:ext cx="8684280" cy="316404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fld id="{D01A6EBC-3138-4A40-8DF6-DEAC4B7E26A8}" type="datetime5">
              <a:rPr b="0" lang="en" sz="1200" strike="noStrike" u="none">
                <a:solidFill>
                  <a:srgbClr val="2a2a2a"/>
                </a:solidFill>
                <a:effectLst/>
                <a:uFillTx/>
                <a:latin typeface="Inter Medium"/>
                <a:ea typeface="Inter Medium"/>
              </a:rPr>
              <a:t>Oct 23, 2025</a:t>
            </a:fld>
            <a:endParaRPr b="0" lang="es-MX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65bd8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5" name="Google Shape;240;p 1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2200" cy="189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6" name="PlaceHolder 1"/>
          <p:cNvSpPr>
            <a:spLocks noGrp="1"/>
          </p:cNvSpPr>
          <p:nvPr>
            <p:ph type="title"/>
          </p:nvPr>
        </p:nvSpPr>
        <p:spPr>
          <a:xfrm>
            <a:off x="322920" y="817560"/>
            <a:ext cx="6133680" cy="1851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sp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s-ES" sz="60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Midamos los ánimos</a:t>
            </a:r>
            <a:endParaRPr b="0" lang="es-MX" sz="6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PlaceHolder 7"/>
          <p:cNvSpPr/>
          <p:nvPr/>
        </p:nvSpPr>
        <p:spPr>
          <a:xfrm>
            <a:off x="180000" y="540000"/>
            <a:ext cx="8456040" cy="180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sp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0" lang="en" sz="32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¿Cómo llegas hoy a la sesión?</a:t>
            </a:r>
            <a:br>
              <a:rPr sz="3200"/>
            </a:br>
            <a:r>
              <a:rPr b="0" lang="en" sz="2600" strike="noStrike" u="none">
                <a:solidFill>
                  <a:srgbClr val="666666"/>
                </a:solidFill>
                <a:effectLst/>
                <a:uFillTx/>
                <a:latin typeface="Inter ExtraBold"/>
                <a:ea typeface="Inter ExtraBold"/>
              </a:rPr>
              <a:t>Reacciona en la llamada</a:t>
            </a:r>
            <a:endParaRPr b="0" lang="es-MX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endParaRPr b="0" lang="es-MX" sz="4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8" name="Google Shape;49;p 2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1480" cy="189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9" name=""/>
          <p:cNvSpPr/>
          <p:nvPr/>
        </p:nvSpPr>
        <p:spPr>
          <a:xfrm>
            <a:off x="288000" y="1944000"/>
            <a:ext cx="1976040" cy="268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0" lang="es-MX" sz="8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👏</a:t>
            </a:r>
            <a:endParaRPr b="0" lang="es-MX" sz="8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1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Emocionado con el tema de hoy, ya lo conocía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"/>
          <p:cNvSpPr/>
          <p:nvPr/>
        </p:nvSpPr>
        <p:spPr>
          <a:xfrm>
            <a:off x="2664000" y="1944000"/>
            <a:ext cx="1976040" cy="296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0" lang="es-MX" sz="8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👍</a:t>
            </a:r>
            <a:endParaRPr b="0" lang="es-MX" sz="8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1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Tema nuevo para mi pero con ganas de aprender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s-MX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"/>
          <p:cNvSpPr/>
          <p:nvPr/>
        </p:nvSpPr>
        <p:spPr>
          <a:xfrm>
            <a:off x="2664000" y="1944360"/>
            <a:ext cx="1976040" cy="296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0" lang="es-MX" sz="8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👍</a:t>
            </a:r>
            <a:endParaRPr b="0" lang="es-MX" sz="8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1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Tema nuevo para mi pero con ganas de aprender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s-MX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"/>
          <p:cNvSpPr/>
          <p:nvPr/>
        </p:nvSpPr>
        <p:spPr>
          <a:xfrm>
            <a:off x="4968000" y="1944720"/>
            <a:ext cx="1976040" cy="268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0" lang="es-MX" sz="8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😮</a:t>
            </a:r>
            <a:endParaRPr b="0" lang="es-MX" sz="8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1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Tema nuevo y hoy deseo aclarar mis dudas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"/>
          <p:cNvSpPr/>
          <p:nvPr/>
        </p:nvSpPr>
        <p:spPr>
          <a:xfrm>
            <a:off x="6948000" y="1945080"/>
            <a:ext cx="1976040" cy="268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0" lang="es-MX" sz="8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😵‍💫</a:t>
            </a:r>
            <a:endParaRPr b="0" lang="es-MX" sz="8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1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Apenas voy comenzando el tema y es nuevo para mi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2f1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PlaceHolder 1"/>
          <p:cNvSpPr>
            <a:spLocks noGrp="1"/>
          </p:cNvSpPr>
          <p:nvPr>
            <p:ph type="subTitle"/>
          </p:nvPr>
        </p:nvSpPr>
        <p:spPr>
          <a:xfrm>
            <a:off x="152280" y="1440000"/>
            <a:ext cx="8517960" cy="338508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b">
            <a:noAutofit/>
          </a:bodyPr>
          <a:p>
            <a:pPr>
              <a:lnSpc>
                <a:spcPct val="100000"/>
              </a:lnSpc>
            </a:pP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80880">
              <a:lnSpc>
                <a:spcPct val="100000"/>
              </a:lnSpc>
              <a:buClr>
                <a:srgbClr val="1a1a1a"/>
              </a:buClr>
              <a:buFont typeface="Inter"/>
              <a:buAutoNum type="arabicPeriod"/>
            </a:pPr>
            <a:r>
              <a:rPr b="0" lang="es-CO" sz="24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Bienvenida ( 10 min)</a:t>
            </a: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" sz="24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Aviso parroquial</a:t>
            </a: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648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" sz="24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Contenido Sprint 3</a:t>
            </a: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648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" sz="24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Jueves 30 oct ➡️ Miércoles 29 oct 8 PM CDMX</a:t>
            </a: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80880">
              <a:lnSpc>
                <a:spcPct val="100000"/>
              </a:lnSpc>
              <a:buClr>
                <a:srgbClr val="1a1a1a"/>
              </a:buClr>
              <a:buFont typeface="Inter"/>
              <a:buAutoNum type="arabicPeriod"/>
            </a:pPr>
            <a:r>
              <a:rPr b="0" lang="es-CO" sz="24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Introducción a SQL (90 min)</a:t>
            </a: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CO" sz="24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Revisión de conceptos</a:t>
            </a: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CO" sz="24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Practica en vivo</a:t>
            </a: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8088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1a1a1a"/>
              </a:buClr>
              <a:buFont typeface="Inter"/>
              <a:buAutoNum type="arabicPeriod"/>
            </a:pPr>
            <a:r>
              <a:rPr b="0" lang="en" sz="24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🤔  Reflexión y discusión: ¿Qué aprendimos en esta sesión? (10min)</a:t>
            </a: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15" name="Google Shape;49;p16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4360" cy="191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6" name="PlaceHolder 2"/>
          <p:cNvSpPr>
            <a:spLocks noGrp="1"/>
          </p:cNvSpPr>
          <p:nvPr>
            <p:ph type="title"/>
          </p:nvPr>
        </p:nvSpPr>
        <p:spPr>
          <a:xfrm>
            <a:off x="96840" y="424800"/>
            <a:ext cx="8517960" cy="103968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40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Agenda</a:t>
            </a:r>
            <a:endParaRPr b="0" lang="es-MX" sz="4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65bd8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7" name="Google Shape;240;p36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4360" cy="191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8" name="PlaceHolder 1"/>
          <p:cNvSpPr>
            <a:spLocks noGrp="1"/>
          </p:cNvSpPr>
          <p:nvPr>
            <p:ph type="title"/>
          </p:nvPr>
        </p:nvSpPr>
        <p:spPr>
          <a:xfrm>
            <a:off x="322920" y="817560"/>
            <a:ext cx="8315640" cy="264996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t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s-ES" sz="60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Repasemos conceptos</a:t>
            </a:r>
            <a:endParaRPr b="0" lang="es-MX" sz="6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65bd8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213;p33"/>
          <p:cNvSpPr/>
          <p:nvPr/>
        </p:nvSpPr>
        <p:spPr>
          <a:xfrm>
            <a:off x="228600" y="1952280"/>
            <a:ext cx="2722320" cy="2959920"/>
          </a:xfrm>
          <a:prstGeom prst="roundRect">
            <a:avLst>
              <a:gd name="adj" fmla="val 9118"/>
            </a:avLst>
          </a:prstGeom>
          <a:solidFill>
            <a:schemeClr val="l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2880" rIns="182880" tIns="91440" bIns="274320" anchor="b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s-E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Practicar las sentencias SQL elementales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Google Shape;214;p33"/>
          <p:cNvSpPr/>
          <p:nvPr/>
        </p:nvSpPr>
        <p:spPr>
          <a:xfrm>
            <a:off x="3209400" y="1952280"/>
            <a:ext cx="2722320" cy="2959920"/>
          </a:xfrm>
          <a:prstGeom prst="roundRect">
            <a:avLst>
              <a:gd name="adj" fmla="val 9118"/>
            </a:avLst>
          </a:prstGeom>
          <a:solidFill>
            <a:schemeClr val="l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2880" rIns="182880" tIns="91440" bIns="274320" anchor="b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s-CO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Interactuar con funciones de filtrado avanzadas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Google Shape;215;p33"/>
          <p:cNvSpPr/>
          <p:nvPr/>
        </p:nvSpPr>
        <p:spPr>
          <a:xfrm>
            <a:off x="6190560" y="1952280"/>
            <a:ext cx="2722320" cy="2959920"/>
          </a:xfrm>
          <a:prstGeom prst="roundRect">
            <a:avLst>
              <a:gd name="adj" fmla="val 9118"/>
            </a:avLst>
          </a:prstGeom>
          <a:solidFill>
            <a:schemeClr val="l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2880" rIns="182880" tIns="91440" bIns="274320" anchor="b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s-E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Usar funciones de ventana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2" name="Google Shape;216;p33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4360" cy="191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3" name="PlaceHolder 1"/>
          <p:cNvSpPr>
            <a:spLocks noGrp="1"/>
          </p:cNvSpPr>
          <p:nvPr>
            <p:ph type="title"/>
          </p:nvPr>
        </p:nvSpPr>
        <p:spPr>
          <a:xfrm>
            <a:off x="96840" y="424800"/>
            <a:ext cx="8517960" cy="103968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40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Objetivo</a:t>
            </a:r>
            <a:endParaRPr b="0" lang="es-MX" sz="4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4" name="Google Shape;218;p33" descr=""/>
          <p:cNvPicPr/>
          <p:nvPr/>
        </p:nvPicPr>
        <p:blipFill>
          <a:blip r:embed="rId2"/>
          <a:stretch/>
        </p:blipFill>
        <p:spPr>
          <a:xfrm>
            <a:off x="424800" y="2191320"/>
            <a:ext cx="471960" cy="7581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25" name="Google Shape;219;p33" descr=""/>
          <p:cNvPicPr/>
          <p:nvPr/>
        </p:nvPicPr>
        <p:blipFill>
          <a:blip r:embed="rId3"/>
          <a:stretch/>
        </p:blipFill>
        <p:spPr>
          <a:xfrm>
            <a:off x="3468960" y="2191320"/>
            <a:ext cx="471960" cy="7581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26" name="Google Shape;220;p33" descr=""/>
          <p:cNvPicPr/>
          <p:nvPr/>
        </p:nvPicPr>
        <p:blipFill>
          <a:blip r:embed="rId4"/>
          <a:stretch/>
        </p:blipFill>
        <p:spPr>
          <a:xfrm>
            <a:off x="6407280" y="2191320"/>
            <a:ext cx="471960" cy="7581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PlaceHolder 1"/>
          <p:cNvSpPr>
            <a:spLocks noGrp="1"/>
          </p:cNvSpPr>
          <p:nvPr>
            <p:ph type="title"/>
          </p:nvPr>
        </p:nvSpPr>
        <p:spPr>
          <a:xfrm>
            <a:off x="96840" y="2386440"/>
            <a:ext cx="8517960" cy="252576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b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" sz="4800" strike="noStrike" u="none">
                <a:solidFill>
                  <a:srgbClr val="f2f1ee"/>
                </a:solidFill>
                <a:effectLst/>
                <a:uFillTx/>
                <a:latin typeface="Inter ExtraBold"/>
                <a:ea typeface="Inter ExtraBold"/>
              </a:rPr>
              <a:t>Vamos al código!</a:t>
            </a:r>
            <a:endParaRPr b="0" lang="es-MX" sz="4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28" name="Google Shape;235;p35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6160" cy="1893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8f6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PlaceHolder 1"/>
          <p:cNvSpPr>
            <a:spLocks noGrp="1"/>
          </p:cNvSpPr>
          <p:nvPr>
            <p:ph type="title"/>
          </p:nvPr>
        </p:nvSpPr>
        <p:spPr>
          <a:xfrm>
            <a:off x="311760" y="1914120"/>
            <a:ext cx="8517960" cy="103968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t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48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Thanks      for coming!</a:t>
            </a:r>
            <a:endParaRPr b="0" lang="es-MX" sz="4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30" name="Google Shape;270;p39" descr=""/>
          <p:cNvPicPr/>
          <p:nvPr/>
        </p:nvPicPr>
        <p:blipFill>
          <a:blip r:embed="rId1"/>
          <a:stretch/>
        </p:blipFill>
        <p:spPr>
          <a:xfrm>
            <a:off x="3642120" y="2053080"/>
            <a:ext cx="642960" cy="6426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31" name="Google Shape;271;p39" descr=""/>
          <p:cNvPicPr/>
          <p:nvPr/>
        </p:nvPicPr>
        <p:blipFill>
          <a:blip r:embed="rId2"/>
          <a:stretch/>
        </p:blipFill>
        <p:spPr>
          <a:xfrm>
            <a:off x="4138560" y="228600"/>
            <a:ext cx="864360" cy="1918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2048</TotalTime>
  <Application>LibreOffice/25.8.2.2$Windows_X86_64 LibreOffice_project/d401f2107ccab8f924a8e2df40f573aab7605b6f</Application>
  <AppVersion>15.0000</AppVersion>
  <Words>1731</Words>
  <Paragraphs>193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es-MX</dc:language>
  <cp:lastModifiedBy/>
  <dcterms:modified xsi:type="dcterms:W3CDTF">2025-10-23T17:28:13Z</dcterms:modified>
  <cp:revision>26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HiddenSlides">
    <vt:i4>36</vt:i4>
  </property>
  <property fmtid="{D5CDD505-2E9C-101B-9397-08002B2CF9AE}" pid="3" name="Notes">
    <vt:i4>50</vt:i4>
  </property>
  <property fmtid="{D5CDD505-2E9C-101B-9397-08002B2CF9AE}" pid="4" name="PresentationFormat">
    <vt:lpwstr>Presentación en pantalla (16:9)</vt:lpwstr>
  </property>
  <property fmtid="{D5CDD505-2E9C-101B-9397-08002B2CF9AE}" pid="5" name="Slides">
    <vt:i4>50</vt:i4>
  </property>
</Properties>
</file>