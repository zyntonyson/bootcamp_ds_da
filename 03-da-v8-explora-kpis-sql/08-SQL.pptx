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9E3BD25-65C5-4C7F-BF0F-5A53A8D21C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1BAFEC-F316-45B2-A4D5-9D77AA35344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AB40D9-160A-4CE8-AF9E-17C83F07609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E77E18-564C-4A6F-82BE-019968E3457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2F0088-F95D-4EF8-9CD0-14949BE3E0D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4D04BA-36D3-4124-9F96-C39DA0D4DC4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2EC612-189C-46DB-ABDA-CA3A730D115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1CBE2B-4701-4B7D-AD96-0AD92824242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D3917C-3A53-4AE0-8CE6-D2E524E233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DD3631-B874-493B-A8B0-CB54490D167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E053DA-FC7F-49CE-A31B-D1DDDE415F2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5B2E56-A0C9-44F2-B2E0-DB190A4FE8D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BB6FD3-ABA8-4B6D-8542-514227300B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72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60393D-8A57-4461-AB31-F4C4E85B98E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BA47C8-028A-4562-923C-99984AE3A9D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70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202E0F-594D-493F-A75E-1B28AC29119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DB5017-7EC9-46B0-9ACE-F12886C9A11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9295F5-ED78-49D5-AD66-B8DA30347F6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72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F2673F-1B4E-40DE-A6EA-31D0874AB92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02AC15-6BF4-4975-9C63-C064CB4A04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AFCFFA-7543-42F9-801D-4B6EAC95F8C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ECCC75-5F07-4BA8-935F-05ECC98BE47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8AA8DCD-77CD-4CD8-8AAC-2CB37A212E9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720" cy="85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3280" cy="29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3280" cy="142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5400" cy="39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89CC04-2B6C-4B55-8D2D-9CA603565B3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6BDBF86F-86A1-4587-9324-23E4B2D5491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1F4C36A-57FA-46CA-A8FF-18545B67387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00BE284-1258-4F7A-A090-02B37F32187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520" cy="38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A96DBE-2930-4D90-92EB-5ACA233DA10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7240" cy="216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8 - Sprint 3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Explorar KPIs con SQL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3560" cy="3163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E595936E-E1F0-46FB-93B7-8D9B5FBC97BF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Feb 9,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960" cy="185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5320" cy="180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760" cy="1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53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532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53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7240" cy="33843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Introducción a SQL (90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conceptos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Practica en vivo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8314920" cy="2649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Repasemos conceptos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213;p33"/>
          <p:cNvSpPr/>
          <p:nvPr/>
        </p:nvSpPr>
        <p:spPr>
          <a:xfrm>
            <a:off x="2286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Practicar las sentencias SQL elementales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214;p33"/>
          <p:cNvSpPr/>
          <p:nvPr/>
        </p:nvSpPr>
        <p:spPr>
          <a:xfrm>
            <a:off x="320940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Interactuar con funciones de filtrado avanzadas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215;p33"/>
          <p:cNvSpPr/>
          <p:nvPr/>
        </p:nvSpPr>
        <p:spPr>
          <a:xfrm>
            <a:off x="6190560" y="1952280"/>
            <a:ext cx="2721600" cy="29592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Usar funciones de ventana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1240" cy="75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7240" cy="25250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8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7240" cy="10389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2240" cy="64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3640" cy="1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5685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2026-02-09T09:21:52Z</dcterms:modified>
  <cp:revision>30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