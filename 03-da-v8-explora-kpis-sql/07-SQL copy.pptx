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EC5C49-1FC4-4435-8EF7-5E49FA57F31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1471DF-576C-481D-896B-7206B879418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D8A25E-293E-4295-9BA3-B7CA16E9AD0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278063-A613-4FEE-9E94-CD904C6CF43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327C6E-EC25-4C6D-BCDF-23D78B8620B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5DC4BA-F7E8-41CA-8CFE-7462B03BD76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A08A1D-35A4-4F9C-94F4-DD89E1F4E29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BDFB2F-7488-4F53-951D-74D56E74527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399DCB-C1FC-461F-8E30-4429CBF799C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04BE12-F12E-4174-80E6-F2ACF76A3F2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15187D-6FC1-4913-94B5-820D3425215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EB75CB-0D13-4653-9848-8CEB8B32D46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10D4206-1955-40B1-B313-22EC027474F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209469-5E86-4536-8AA9-14CD6C770C1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4CEE5D-D8C7-4C6B-A1B4-8C1E978655E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30988B-EEC6-4EA6-AB7E-4ECA74B19A3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901568-4B83-48EC-A7A3-0BC477D0F00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7F37D4-5F3B-494D-8743-4BC833AF24F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693267-637B-4286-B914-606DB2EFF4F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935587-47E7-465C-8496-09A327DB615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D3243B-589A-4080-A7B8-E0E753E42A0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ED2AAB-3B97-4EC0-B472-8EAB1B6509A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4E0B80-A686-4FA5-86D5-22199824CA9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611440-8AF2-4B1B-9814-8D489079708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7DB66CCC-91FD-469C-BE00-4B8B7649BE07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AA6F577-F0AF-4A46-A476-D36CBB3F8EB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47552C-A966-41E3-B3D4-A07C4040806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E80D35-6874-4614-9A61-842BBF7C60D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2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9040" cy="216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7 - Sprint 3</a:t>
            </a:r>
            <a:br>
              <a:rPr sz="6000"/>
            </a:br>
            <a:br>
              <a:rPr sz="2000"/>
            </a:br>
            <a:r>
              <a:rPr b="0" lang="en" sz="48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Explorar KPIs con SQL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5360" cy="3165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6457D892-C6D5-4039-AB43-C013D3F0FF23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Oct 18,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760" cy="185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712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71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712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712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71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71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8316720" cy="2651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¿Qué opinas al respecto?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6"/>
          <p:cNvSpPr/>
          <p:nvPr/>
        </p:nvSpPr>
        <p:spPr>
          <a:xfrm>
            <a:off x="540000" y="966960"/>
            <a:ext cx="8276760" cy="274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¿Podemos decir que una hoja de cálculo es una base de datos?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Google Shape;49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Google Shape;482;p 2" descr=""/>
          <p:cNvPicPr/>
          <p:nvPr/>
        </p:nvPicPr>
        <p:blipFill>
          <a:blip r:embed="rId2"/>
          <a:stretch/>
        </p:blipFill>
        <p:spPr>
          <a:xfrm>
            <a:off x="7183440" y="2352240"/>
            <a:ext cx="1382760" cy="2298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9040" cy="29883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Introducción a SQL (90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Revisión de conceptos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Practica en vivo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04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213;p33"/>
          <p:cNvSpPr/>
          <p:nvPr/>
        </p:nvSpPr>
        <p:spPr>
          <a:xfrm>
            <a:off x="228600" y="1952280"/>
            <a:ext cx="2723400" cy="29610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Practicar las sentencias SQL elementales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14;p33"/>
          <p:cNvSpPr/>
          <p:nvPr/>
        </p:nvSpPr>
        <p:spPr>
          <a:xfrm>
            <a:off x="3209400" y="1952280"/>
            <a:ext cx="2723400" cy="29610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Interactuar con funciones de filtrado avanzadas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5;p33"/>
          <p:cNvSpPr/>
          <p:nvPr/>
        </p:nvSpPr>
        <p:spPr>
          <a:xfrm>
            <a:off x="6190560" y="1952280"/>
            <a:ext cx="2723400" cy="29610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Usar funciones de ventana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04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3040" cy="75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3040" cy="75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3040" cy="759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9040" cy="2526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7240" cy="19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904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4040" cy="64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2046</TotalTime>
  <Application>LibreOffice/25.8.0.4$Windows_X86_64 LibreOffice_project/48f00303701489684e67c38c28aff00cd5929e67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2025-10-18T01:11:10Z</dcterms:modified>
  <cp:revision>23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