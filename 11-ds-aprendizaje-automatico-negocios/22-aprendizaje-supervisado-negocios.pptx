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77103F-D888-4092-BD36-41BCCDF7DAC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E3A17F-4159-45E5-84D0-4F7C00D4BFC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690F3D-C1FB-42D0-81B9-9CE7360D26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3D0BCC-E29B-4ED9-B470-B37D3B8824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BE0C0A-EDFE-4F98-8C0F-95FD7CCDE70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CDDCBA-C62D-4FE4-8707-0D056EA1956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29A8FE-3AA6-4EA0-A57D-17207DB8E06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3093A0-F088-4A8F-B63C-0421C08BDB8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282623-47C9-4BF1-8BA6-2DB107FF309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013268-CDA5-4B4D-A485-E9D5E8D3AD5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9270D7-4118-4C4A-9776-10504C4240C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63C2AF-06F8-4A6F-94BA-041EDCF3DBD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5C2D3D-3698-4C03-864D-4617F3B2172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DCC307-9D86-4C7C-B1B5-0D3693569C6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EEBF6E-40CD-4892-9F6D-C3280F7174B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5BAEC4-37B6-4436-8079-A2903A12B77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E11EC8-9546-44EB-83AC-6B01F996338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3C34FE-CFD5-406B-B5D6-350DAA0E9C0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C4169B-281F-4E71-B6B2-98C72667C1B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82E7B7-23AB-4DC9-94F8-5A689190193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46F863-05F3-4659-B22F-82EFA4E5EDA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CB55FE-22D5-401F-973A-8D9B865F44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AA939E-7A4C-42BE-97CF-5A5ADA8F60C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889C5E-E1AE-4283-B28B-449F1A91036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72B43081-2028-4DBD-9A66-9E9EADDCE27C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EEC2979-7F69-49B4-BCD7-349855BAAE9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EED2C2-9766-4CF8-AE00-270821FDD65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E25CDF-33E1-4D9B-8DB5-B3A77E8A36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4360" cy="21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22 - Sprint 11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Aprendizaje máquina aplicado a negocios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0680" cy="3160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72CEAF39-011A-41F1-8AF7-E44D9BC8F2F4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14,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600" cy="18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Bienvenidos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600" cy="18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7"/>
          <p:cNvSpPr/>
          <p:nvPr/>
        </p:nvSpPr>
        <p:spPr>
          <a:xfrm>
            <a:off x="180000" y="540000"/>
            <a:ext cx="845496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288000" y="194400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664000" y="1944000"/>
            <a:ext cx="1974960" cy="27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664000" y="1944360"/>
            <a:ext cx="1974960" cy="27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968000" y="1944720"/>
            <a:ext cx="1974960" cy="25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948000" y="194508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🫠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600" cy="18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opinas?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000" cy="80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Comenta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800000" y="1453680"/>
            <a:ext cx="722952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¿Por qué razón abandonaste  una compra en linea?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1080000" y="2205360"/>
            <a:ext cx="2786760" cy="229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4000" cy="298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Machine learning aplicado a negocios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Métricas clásicas de los negocios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Pruebas A/B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Intervalos Bootstrap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000" cy="80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213;p33"/>
          <p:cNvSpPr/>
          <p:nvPr/>
        </p:nvSpPr>
        <p:spPr>
          <a:xfrm>
            <a:off x="228600" y="1952280"/>
            <a:ext cx="2718720" cy="29563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métrica claves usuales en los negocios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214;p33"/>
          <p:cNvSpPr/>
          <p:nvPr/>
        </p:nvSpPr>
        <p:spPr>
          <a:xfrm>
            <a:off x="3209400" y="1952280"/>
            <a:ext cx="2718720" cy="29563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Diseñar y ejecutar pruebas A/B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215;p33"/>
          <p:cNvSpPr/>
          <p:nvPr/>
        </p:nvSpPr>
        <p:spPr>
          <a:xfrm>
            <a:off x="6190560" y="1952280"/>
            <a:ext cx="2718720" cy="29563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Usar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bootstrap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para crear intervalos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360" cy="1036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8360" cy="75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8360" cy="75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8360" cy="75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4360" cy="2522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8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4360" cy="1036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9360" cy="63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2646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2025-10-14T17:29:50Z</dcterms:modified>
  <cp:revision>37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