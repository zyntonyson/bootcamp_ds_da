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DA296-F8AD-4D0F-AC78-D1D87FDA70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F5B747-44BD-4A23-91A7-4554027E2D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E4AFB9-A9C3-46B1-AF59-84AC94C6CB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78BB78-A251-47C2-A983-BA16A68B7C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D49311-0B71-4E51-9688-54AF38D25C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46BD46-B23E-44DD-9C21-9AB3F950A7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522C6F-EEBF-48F2-8E6B-E763B607B9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F10587-0905-4CAC-A6A1-826A5449F1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25FC05-3A1E-4FC4-B6BA-A5531E6262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200B10-88C7-4B82-976D-6C578217FB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78D8C1-A2D5-4594-9F60-8C85DC77EF3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F58EE3-56B4-4776-848E-AB21EE3426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C122AF-1AC8-49E7-8B11-025F8ED286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DE0897-48A0-4D10-B927-C606E13A6F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EFF00B-EF10-4932-98B5-9B3D14653C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E9EB57-1A22-4D80-962D-8992566B8D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336424-111E-4B15-A247-E2F6C75DC47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CBD19-2698-461D-84B8-537F6ABFAE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FFBE7F-650E-474D-A5DF-651ACFE12D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C702BF-01C9-480E-82AE-3EAFB94045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ADAEBC-F1F1-475A-B413-A9CA28D6D9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87F8E3-6AAA-4C59-A501-DB7E96336E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58C3ED-BAD5-4162-9DB8-20329B44CC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2184F0-94F6-4501-8EF5-FB08A0E4FD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D169678-60CF-4453-868E-7C0E50DF79A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D40FD8B-AC10-4358-AE6E-C295DFB74A5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E28CBF-1F88-4D5A-8349-CCDF46673DA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7B78C8-CFF6-4D07-8F7D-9AA8594CDED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000" cy="21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23 - Sprint 11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333333"/>
                </a:solidFill>
                <a:effectLst/>
                <a:uFillTx/>
                <a:latin typeface="Inter ExtraBold"/>
                <a:ea typeface="Inter ExtraBold"/>
              </a:rPr>
              <a:t>Aprendizaje máquina aplicado a negocios: </a:t>
            </a:r>
            <a:r>
              <a:rPr b="0" lang="en" sz="4000" strike="noStrike" u="none">
                <a:solidFill>
                  <a:srgbClr val="808080"/>
                </a:solidFill>
                <a:effectLst/>
                <a:uFillTx/>
                <a:latin typeface="Inter ExtraBold"/>
                <a:ea typeface="Inter ExtraBold"/>
              </a:rPr>
              <a:t>Code challenge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0320" cy="3160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7D50700-173C-45A6-AC2F-92565A734D0F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Bienvenidos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7"/>
          <p:cNvSpPr/>
          <p:nvPr/>
        </p:nvSpPr>
        <p:spPr>
          <a:xfrm>
            <a:off x="180000" y="540000"/>
            <a:ext cx="84546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194400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664000" y="1944000"/>
            <a:ext cx="1974600" cy="27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664000" y="1944360"/>
            <a:ext cx="1974600" cy="27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68000" y="1944720"/>
            <a:ext cx="1974600" cy="25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948000" y="194508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3640" cy="298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Code challenge: Análisis de campañas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Métricas clásicas de los negocios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Pruebas A/B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Intervalos Bootstrap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3640" cy="80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métrica claves usuales en los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Diseñar y ejecutar pruebas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bootstrap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para crear intervalos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000" cy="2521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00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000" cy="63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2652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2025-10-21T17:58:14Z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