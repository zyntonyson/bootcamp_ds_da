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A4A1CB-3A13-4843-B386-1ABCEECF4CD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0C3CDB-3E6A-434C-A963-65158851061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60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F259A2-B5DC-4BF0-B5B4-7A26F6FE9BC4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0AC947-A29D-41D1-B4D8-588B5CFD0A0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589D0E-9858-457A-945E-01E51358ED1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C0CAB1-E005-44BC-A71F-592257BB26E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E82DCA-BA6C-44E3-95D9-988ACC3049D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C4903EE-96AA-4652-866A-C5FC5549361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2325F7B-CA04-4AD4-B3EF-B2A8F336D277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69C08E-5D1E-445C-B686-28F3D258C1C9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76D40A-B868-452D-A0C6-DE2639E53AD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DD4431-BDED-4FF0-8598-928CAE609ACE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08CE85C-483B-4B1B-B546-9FDE4AF2F813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960" cy="850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960" cy="29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7C1E48-19C7-45BA-89F2-F4DEF71DCC8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60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D53177D-7591-4712-9B77-D6D58632D5D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B930911-4055-4498-A9BE-1A1D4677A29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9A3D6E3-F6D9-4DFE-B765-7BBA8B7A6F9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1F952D-081F-4442-A934-09F76A31C3F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07CDC1-CC9B-4769-80B6-7397B5268F50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297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E3A3B7-410C-4EC8-B580-4046130D16DD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455EA0-E167-43AB-9787-673A69AE8A1A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060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E9912C9-500C-46EA-8D6F-84001EBF6F35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071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1EE5498-4FC3-4F7A-9897-58A2B2A6DA5C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0600" cy="84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0960" cy="141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4C0B3E3-9C70-44D4-BC8A-C86D232C7048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D9B46F3-CB4B-46F7-808C-CE71C6E35CD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7BEB71FC-D888-46B5-8B01-35AAA6C8089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37120" cy="381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C57127-F944-4E21-AECB-971F305ADED6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6400" cy="38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39CF8C-D73D-4D7A-98A4-F9E2D668781F}" type="slidenum">
              <a:rPr lang="en" sz="1000" b="0" u="none" strike="noStrik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lang="es-MX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1120" cy="2160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en" sz="59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Tópicos de Análisis de datos </a:t>
            </a:r>
            <a:br>
              <a:rPr sz="6000"/>
            </a:br>
            <a:br>
              <a:rPr sz="2000"/>
            </a:br>
            <a:r>
              <a:rPr lang="en" sz="4800" b="0" u="none" strike="noStrik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Diseño de un Pipeline ETL en Python </a:t>
            </a:r>
            <a:endParaRPr lang="es-MX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/>
          <p:cNvPicPr/>
          <p:nvPr/>
        </p:nvPicPr>
        <p:blipFill>
          <a:blip r:embed="rId1"/>
          <a:stretch/>
        </p:blipFill>
        <p:spPr>
          <a:xfrm>
            <a:off x="22860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77440" cy="3564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8D4D66A9-276E-4933-9344-A02A855AE865}" type="datetime5">
              <a:rPr lang="en" sz="1200" b="0" u="none" strike="noStrik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Mar 26, 2026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/>
          <p:cNvPicPr/>
          <p:nvPr/>
        </p:nvPicPr>
        <p:blipFill>
          <a:blip r:embed="rId1"/>
          <a:stretch/>
        </p:blipFill>
        <p:spPr>
          <a:xfrm>
            <a:off x="228600" y="228600"/>
            <a:ext cx="855360" cy="182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6840" cy="1857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s-ES" sz="6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lang="es-MX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49200" cy="179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n" sz="32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lang="en" sz="2600" b="0" u="none" strike="noStrik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lang="es-MX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2"/>
          <p:cNvPicPr/>
          <p:nvPr/>
        </p:nvPicPr>
        <p:blipFill>
          <a:blip r:embed="rId1"/>
          <a:stretch/>
        </p:blipFill>
        <p:spPr>
          <a:xfrm>
            <a:off x="228600" y="228600"/>
            <a:ext cx="854640" cy="18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692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692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6920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692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6920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8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lang="es-MX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s-MX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1120" cy="337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lang="es-CO" sz="21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lang="es-CO" sz="21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Diseño de ETL’s en python(60 min)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lang="en" sz="2100" b="0" u="none" strike="noStrik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lang="es-MX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/>
          <p:cNvPicPr/>
          <p:nvPr/>
        </p:nvPicPr>
        <p:blipFill>
          <a:blip r:embed="rId1"/>
          <a:stretch/>
        </p:blipFill>
        <p:spPr>
          <a:xfrm>
            <a:off x="22860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1120" cy="1032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5480" cy="2953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 qué es una ETL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5480" cy="2953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s-CO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Crear un flujo de ETL de datos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5480" cy="29530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Ensamblar un pipeline simple y reutilizable con funciones.</a:t>
            </a:r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/>
          <p:cNvPicPr/>
          <p:nvPr/>
        </p:nvPicPr>
        <p:blipFill>
          <a:blip r:embed="rId1"/>
          <a:stretch/>
        </p:blipFill>
        <p:spPr>
          <a:xfrm>
            <a:off x="22860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1120" cy="1032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0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lang="es-MX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/>
          <p:cNvPicPr/>
          <p:nvPr/>
        </p:nvPicPr>
        <p:blipFill>
          <a:blip r:embed="rId2"/>
          <a:stretch/>
        </p:blipFill>
        <p:spPr>
          <a:xfrm>
            <a:off x="424800" y="2191320"/>
            <a:ext cx="465120" cy="75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/>
          <p:cNvPicPr/>
          <p:nvPr/>
        </p:nvPicPr>
        <p:blipFill>
          <a:blip r:embed="rId3"/>
          <a:stretch/>
        </p:blipFill>
        <p:spPr>
          <a:xfrm>
            <a:off x="3468960" y="2191320"/>
            <a:ext cx="465120" cy="75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/>
          <p:cNvPicPr/>
          <p:nvPr/>
        </p:nvPicPr>
        <p:blipFill>
          <a:blip r:embed="rId4"/>
          <a:stretch/>
        </p:blipFill>
        <p:spPr>
          <a:xfrm>
            <a:off x="6407280" y="2191320"/>
            <a:ext cx="465120" cy="751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1120" cy="25189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lang="es-MX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/>
          <p:cNvPicPr/>
          <p:nvPr/>
        </p:nvPicPr>
        <p:blipFill>
          <a:blip r:embed="rId1"/>
          <a:stretch/>
        </p:blipFill>
        <p:spPr>
          <a:xfrm>
            <a:off x="228600" y="228600"/>
            <a:ext cx="859320" cy="182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1120" cy="10328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" sz="4800" b="0" u="none" strike="noStrik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lang="es-MX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/>
          <p:cNvPicPr/>
          <p:nvPr/>
        </p:nvPicPr>
        <p:blipFill>
          <a:blip r:embed="rId1"/>
          <a:stretch/>
        </p:blipFill>
        <p:spPr>
          <a:xfrm>
            <a:off x="3642120" y="2053080"/>
            <a:ext cx="636120" cy="635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/>
          <p:cNvPicPr/>
          <p:nvPr/>
        </p:nvPicPr>
        <p:blipFill>
          <a:blip r:embed="rId2"/>
          <a:stretch/>
        </p:blipFill>
        <p:spPr>
          <a:xfrm>
            <a:off x="413856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5590</TotalTime>
  <Application>LibreOffice/25.8.5.2$Windows_X86_64 LibreOffice_project/9c8b85f387cc00a89945a79c9e6239f32e450ac2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2026-03-26T21:03:38Z</dcterms:modified>
  <cp:revision>59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