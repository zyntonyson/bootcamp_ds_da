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99ABB0-855A-4555-8D71-828F4260DC2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7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1680" cy="85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2C25F0-EE10-45EE-9513-ED2BD1DB3AD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7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1680" cy="85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1680" cy="29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136D85-3C23-46A5-8AF3-F54C0459DB6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1680" cy="85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240" cy="29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240" cy="29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013EFB-23DE-4C0C-BAA1-6BD22D798F7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1680" cy="85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647A21-7FD9-4477-B397-2D2BD9E7FFD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BD8853-D749-4C5B-85B8-8EF0010B7CC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1680" cy="85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2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240" cy="29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82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21E1E7-FF3A-4266-96CC-BC9F154C191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1680" cy="85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240" cy="29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2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82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E47BF7-607B-4582-895C-45EEB8277F7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1680" cy="85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2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2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168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E6558B-59B1-4247-9BF6-93CD295906A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1680" cy="85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168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168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AC077F-E4DA-47ED-A222-AA89EDFF072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1680" cy="85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2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2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82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82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18B634-1207-4CD8-A55E-DF3CFD7400E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1680" cy="85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20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20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20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20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20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20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F19410-ECC8-4648-A305-64328E5F3F4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1EED00-94EF-4DD5-AABD-0066D607372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040" cy="85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2040" cy="297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1680" cy="85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724DE5-8C6F-4DA6-88DA-239D49DE6C7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1680" cy="85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1680" cy="29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274B0B-B884-4F16-9333-79B60B44746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1680" cy="85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240" cy="29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240" cy="29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AC2C79-6682-45FE-B78D-7E9A1CD786F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1680" cy="85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9165EA-1CB9-4AFB-9F66-0A046B44508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AD3C78-EA54-4514-B205-8BEFFB33857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1680" cy="85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2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240" cy="29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82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2CC9B3-2292-471F-AB84-ABB4F473CC8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1680" cy="85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240" cy="29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2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82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2E543A-D19D-440F-896B-EA9BD5A55B9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1680" cy="85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2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2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168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9F0B09-A50B-46C0-9834-699755F232A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1680" cy="85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168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168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9EADE2-0755-46C7-8DC2-A2E8BF930A1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1680" cy="85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2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2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82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82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46FCB8-664F-40D1-B808-6FE5F486206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1680" cy="85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20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20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20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20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20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2040" cy="14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6834B0-1EAA-4BC4-8F80-6E9A611BC3A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F17314D4-B9BD-4D4C-8E53-998196D8B3BD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ED0C091-8A3B-487E-A94F-CFA55400FEF0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38200" cy="38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7DC9B7-72CD-452D-A79D-768598A0772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37480" cy="38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9C32A6-6B67-4ED4-B670-B407CC576A1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2200" cy="21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9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Tópicos de Análisis de datos 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WebScrapping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8600" cy="18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4320000"/>
            <a:ext cx="8678520" cy="357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83DAB1B2-76A5-4D58-BC47-C710A7D35B80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Feb 19, 2026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7"/>
          <p:cNvSpPr/>
          <p:nvPr/>
        </p:nvSpPr>
        <p:spPr>
          <a:xfrm>
            <a:off x="180000" y="540000"/>
            <a:ext cx="8450280" cy="17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5720" cy="18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"/>
          <p:cNvSpPr/>
          <p:nvPr/>
        </p:nvSpPr>
        <p:spPr>
          <a:xfrm>
            <a:off x="288000" y="1944000"/>
            <a:ext cx="19702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2664000" y="1944000"/>
            <a:ext cx="197028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2664000" y="1944360"/>
            <a:ext cx="197028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4968000" y="1944720"/>
            <a:ext cx="19702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6948000" y="1945080"/>
            <a:ext cx="19702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644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27920" cy="185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644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27920" cy="185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2200" cy="3379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Mineria de datos(60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WebScrapping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(5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8600" cy="18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2200" cy="10339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213;p33"/>
          <p:cNvSpPr/>
          <p:nvPr/>
        </p:nvSpPr>
        <p:spPr>
          <a:xfrm>
            <a:off x="228600" y="1952280"/>
            <a:ext cx="2716560" cy="29541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Comprender el concepto de mineria de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214;p33"/>
          <p:cNvSpPr/>
          <p:nvPr/>
        </p:nvSpPr>
        <p:spPr>
          <a:xfrm>
            <a:off x="3209400" y="1952280"/>
            <a:ext cx="2716560" cy="29541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Identificar las estructuras HTML que permiten extraer información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215;p33"/>
          <p:cNvSpPr/>
          <p:nvPr/>
        </p:nvSpPr>
        <p:spPr>
          <a:xfrm>
            <a:off x="6190560" y="1952280"/>
            <a:ext cx="2716560" cy="29541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Analizar datos provenientes de las tarea de </a:t>
            </a:r>
            <a:r>
              <a:rPr b="0" i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WebScrapping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8600" cy="18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2200" cy="10339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6200" cy="75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6200" cy="75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6200" cy="752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2200" cy="2520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400" cy="1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2200" cy="10339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37200" cy="63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58600" cy="18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5346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2026-02-19T20:01:12Z</dcterms:modified>
  <cp:revision>53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