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7222EE-9FEA-41B4-B9D6-A205C53A14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5F951F-5AF7-4154-B66A-614F8FBDF97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EB47E6-3E92-4169-A28F-16384DFE76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4ACFDA-9393-4D7E-B942-DBAB3D65CA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96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21BA76-50CC-45AB-A872-4B6D158965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96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96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5F2FC5-CFC7-46D4-A6EA-4BDD52073B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3AE3D6-6B14-4BA9-AFDE-BCD2AD046E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58EDF4-E417-4722-852C-5DEE2CE79F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C9B677-EF1C-4D89-85EF-5C9C64E8C6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9571D0-8719-4F4D-AFB9-BDEA7E2198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96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8B8F30-6B42-43FD-B857-BD073AE6DA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AFC192-5F10-46B0-9E93-BDA8F537E8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AB7E14-2C1C-43DC-80C5-554D97EAED3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FC7385-8A38-4551-B820-5608E30E67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BE0EE2-24E7-495A-93BF-A7ED14741C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2BEEE0-DC50-401A-ADA0-3C0BB702B4F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96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9CA66C-C139-42E3-BC38-0833FE23A7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96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96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99A823-9F23-43EB-B613-E286CB9ACF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5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0D1838-F81D-44B1-9159-C2405705E80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132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AF621D-DC26-499A-8D74-A50DCBE070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57D691-8DEA-4677-9722-D8FE8710537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1320" cy="85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1320" cy="29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F3B711-4931-48D2-AE27-B0B9A96B4E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96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7E3C20-A811-4D8D-B656-376B0FF281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52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D497E9-89D8-4133-AC75-B552FD8826B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B4EF219B-A16A-4962-9ABF-9E7087976964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135415E-929D-4F79-B093-872AB9A4FFF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7480" cy="3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F72F33-0774-46EC-B2AD-ECC8F7E0F8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6760" cy="38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C99044-CF69-4EBB-AF2A-C6C737CB290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1480" cy="21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Tópicos de Análisis de datos 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Debugin 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88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7780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518AA9E-F4DF-4064-805A-56D60ED8C794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Mar 5,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5720" cy="18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7200" cy="185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49560" cy="17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500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695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695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695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695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695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1480" cy="3378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Manejo de errores(60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Debugging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88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1480" cy="1033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5840" cy="29534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Leer e interpretar un traceback para identificar la causa de un error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5840" cy="29534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Corregir errores comunes  en Python y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5840" cy="29534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Prevenir errores utilizando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try-except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para que tus scripts sean más robustos.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88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1480" cy="1033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5480" cy="75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5480" cy="75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5480" cy="75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1480" cy="2519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1480" cy="1033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6480" cy="63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57880" cy="1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5396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2026-03-05T20:06:50Z</dcterms:modified>
  <cp:revision>57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