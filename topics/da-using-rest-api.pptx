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EEF551-7F9C-4035-A8B4-784EBA36A27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F855F7-B362-40ED-85A7-56E377A977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9429E2-D6A1-435E-8702-F8904EE1B1C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064BF7-89E5-4887-88CD-16D4B30EC1F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BF8183-3C68-4A67-8EA5-6DB4F85D7E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389222-3B80-4D90-A96D-FD30666ECE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40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0BFB17-9FEE-4BB1-B351-A99895FBD0B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DE9FCE-67EA-4C7E-8EA7-29F17FB24D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B3F7F2-817B-41B0-B8A4-E1C9909F70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8900FD-7350-4213-9F75-923E9D98B2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7EA25B-A356-4C02-9335-91F924E1FA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BDCCE5-769D-4049-9D66-BA45590180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BDA8DB-28F3-4572-A7F3-9709E1C79F0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40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07C692-779B-45D7-B1B6-114DFE9FD4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570AFA-F594-4898-BA6B-439449A93E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27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0837DA-581E-40EF-9BB8-140207C88A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9B52DD-CDE0-416C-A444-D9AB2FC341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76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2B20D5-5197-4648-87B1-667FB2B6972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40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421254-DD32-4DA9-93B8-7CE6D13BAB2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C01917-1531-45D4-B9BD-FECEB53EEA2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D1C775-D628-4BC6-BC7B-0824DF61DD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A012B7-5D76-4FC6-AFF3-C0E9EE96A8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8182AD-C8B5-4E7A-AF8C-2DA58C9D377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400" cy="85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8960" cy="29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8960" cy="141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108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198F79-32E3-4B59-8151-947EAD75B09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BEB2E402-A617-4F09-86D8-745D4784484F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7863F8F-BE89-4BDF-8A65-A8892B729A4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3892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117BCE-B810-47E6-A006-E070B4724EC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8200" cy="38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998C4A-0772-4D6C-992D-F93A1A777DC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2920" cy="21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24 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Instala tu setup local de python para análisis de datos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79240" cy="358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4D83EB40-B69E-4F05-B2BB-E98F7D20DC7A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Jan 22,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160" cy="18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8640" cy="18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1000" cy="17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6440" cy="18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10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10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10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10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10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2920" cy="3380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Instalación de entorno local de python(60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(5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2920" cy="1034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7280" cy="29548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Instalar IDE local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7280" cy="29548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Instalar intérprete de python local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7280" cy="29548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Correr scripts de python desde local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2920" cy="1034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6920" cy="75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6920" cy="75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6920" cy="75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2920" cy="2520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2920" cy="1034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7920" cy="63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59320" cy="18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5012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2026-01-22T18:18:39Z</dcterms:modified>
  <cp:revision>49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