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29F5FA-23E4-4B58-B7C4-911F5602EB7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A140A3-BBBB-4D2F-BF53-0E2552C10DB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F398CF-C730-48F9-9479-8EB903ED829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D8FAE1-90DF-400C-AA9D-67E0C4D19BA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204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BEB4D8-494E-4755-B6F4-708186C5F3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04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204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3EF6E3-AE00-4CEE-9413-F67E79F9BCA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541A24-57D6-4140-9A36-36AFE33B6D3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FCDC75-6423-455F-9587-7B432E9508D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89A59D-BF2D-4146-95CC-FE76E83C83D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2005D9-4DB3-4C30-AD68-F11E83A0D35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04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885714-2CCE-4C4A-AE86-7E80ED35AD1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4A7E11-1DA4-4274-A6DD-583F94DED25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CCEDF9-537E-4943-AB18-1DC97174C85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96D238-140D-4508-90A4-086AF10F3F7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482728-56B6-4F34-890E-C42CB7538D3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410639-7F2E-45A6-9758-23DAA2A9E24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204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398AF8-D720-4558-911F-470DF6D82DA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04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204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25ED86D-DDB1-4107-8B57-70AA2CBC3BA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086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C60B3F-4D86-4EE2-B02A-72A95F964F6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2400" cy="141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DD7029-E87B-4F6B-99A3-79E2E6CD1A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651ABC-8C3E-462F-8DFE-5583DE16448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400" cy="851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400" cy="2976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01CE61-3D01-4B4D-8A0F-1769684A3AF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204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B01E57-8AB9-471F-985B-030385CB366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2040" cy="85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0860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08600" cy="297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86ED4A-C2F1-422E-9CCB-5172798D2C2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7A215EAB-9D59-46A0-A8CE-54443BE8AA00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D61F830-27DC-4A63-A100-E2ABBA1C16A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38560" cy="38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C3E5FD-DB5C-4D15-B907-B320F2EB900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37840" cy="38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064BA6-76B3-4B34-A2F9-D0D12F15039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2560" cy="216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9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Topicos de Análisis de datos 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Consumo de API’s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4320000"/>
            <a:ext cx="8678880" cy="3578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39233783-FD13-406E-BE67-6AB2E4C3755E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Feb 6, 2026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6800" cy="18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28280" cy="185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0640" cy="179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6080" cy="18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06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06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06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06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06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2560" cy="3379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¿Que és un API?(60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de datos ambientales de OpenAQ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(5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2560" cy="1034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6920" cy="29545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Comprender que es un API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6920" cy="29545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Realizar llamadas a un API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6920" cy="29545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Correr un analisis de datos simple con datos ambientales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2560" cy="1034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6560" cy="75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6560" cy="75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6560" cy="752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2560" cy="25203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760" cy="183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2560" cy="1034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37560" cy="637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5224</TotalTime>
  <Application>LibreOffice/25.8.3.2$Windows_X86_64 LibreOffice_project/8ca8d55c161d602844f5428fa4b58097424e324e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2026-02-06T13:44:34Z</dcterms:modified>
  <cp:revision>51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