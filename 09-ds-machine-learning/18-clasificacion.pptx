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CD85C68-A97A-4901-9D2A-E7B9B3B8C5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1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8EF0AC1-B47F-45DE-BA66-2F0D28E1E7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D625F2-D082-4EFB-99F7-F6C1F08786B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C3094B-6A81-4591-A80D-EFC3E25FD3B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F26883D-E386-4FE8-A8BF-61CEE24201E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3BE5F82-40E6-4033-B0A3-E6D9CCA56CD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DD88BA-452F-41F6-AC4A-E4B6CB56662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554DEBC-588E-48F0-B97E-893A0E24F5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289C9F-4C5B-4B1F-B81D-9BFC0C053C1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BC4D56-7CB5-4187-9F94-5FA53C672A42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D6213C-0ACA-4132-88EE-D541944845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AA30203-A129-4274-9E1F-AD536FB72D3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C042AD-19BD-4433-9191-5723F141170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360" cy="855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360" cy="298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83E76F8-D8AA-4EED-9BED-696176E2219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E98534-EADB-47A2-AB0B-1D928B46ED8E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2C72D09-9495-4D1F-AA34-E4F27A89AA6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F32D46-1850-475A-B688-E4B13209AC4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401B23E-C278-4173-8BF0-99CB78AD200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01F2D0C-237D-43D9-91B5-66CCF7E34FCB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2979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67353C7-A5FF-4B72-90D5-2C191C9C04B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091824-B1B8-4E96-ADCA-B130A9CD1C5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600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CE4197-4CBB-4586-A188-4460203BEB8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25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44C114E-7137-4237-95DB-37AB2D8C4E5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6000" cy="855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6360" cy="1419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8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4680" cy="389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60408F9-6FAA-4FDF-AAEF-E9F8BF55C0E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D45F3A5B-C307-4483-A6B7-97E61EE670A9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CF6A36B-1F02-4ED7-AEE2-5355584608E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504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3DEF75-305B-4CDD-A746-02515444E20D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44320" cy="38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A0335C1-C223-44AD-9D99-370D804BCF8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6520" cy="2166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4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18 - Sprint 9</a:t>
            </a:r>
            <a:br>
              <a:rPr sz="54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 </a:t>
            </a:r>
            <a:br>
              <a:rPr sz="4000"/>
            </a:br>
            <a:r>
              <a:rPr b="0" lang="en" sz="40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Aprendizaje máquina: Clasificación</a:t>
            </a:r>
            <a:br>
              <a:rPr sz="4000"/>
            </a:b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3202200"/>
            <a:ext cx="8682840" cy="31626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AD76888F-2582-4175-8D6E-4AFC889E8087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Sep 16, 2025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3280" cy="190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760" cy="185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7"/>
          <p:cNvSpPr/>
          <p:nvPr/>
        </p:nvSpPr>
        <p:spPr>
          <a:xfrm>
            <a:off x="180000" y="540000"/>
            <a:ext cx="8457120" cy="180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Google Shape;49;p 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288000" y="1944000"/>
            <a:ext cx="197712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2664000" y="1944000"/>
            <a:ext cx="1977120" cy="27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2664000" y="1944360"/>
            <a:ext cx="1977120" cy="279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968000" y="1944720"/>
            <a:ext cx="1977120" cy="252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6948000" y="1945080"/>
            <a:ext cx="1977120" cy="268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🫠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240;p3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34400" cy="26485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¿Qué opinas?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6"/>
          <p:cNvSpPr/>
          <p:nvPr/>
        </p:nvSpPr>
        <p:spPr>
          <a:xfrm>
            <a:off x="540000" y="1218960"/>
            <a:ext cx="8277120" cy="28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se desbloquea en la vida adulta la capacidad de comprar vegetales/frutas y que esten en su punto?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49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2"/>
          <a:stretch/>
        </p:blipFill>
        <p:spPr>
          <a:xfrm>
            <a:off x="7046640" y="3420000"/>
            <a:ext cx="1593360" cy="1593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ubTitle"/>
          </p:nvPr>
        </p:nvSpPr>
        <p:spPr>
          <a:xfrm>
            <a:off x="152280" y="2017800"/>
            <a:ext cx="8516160" cy="298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Introduccion Machine Learning 🛠️  (90 min) 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Clasificación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432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Métricas de clasificación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4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(10min)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49;p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560" cy="190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16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213;p33"/>
          <p:cNvSpPr/>
          <p:nvPr/>
        </p:nvSpPr>
        <p:spPr>
          <a:xfrm>
            <a:off x="2286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Conocer el concepto de aprendizaje máquina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214;p33"/>
          <p:cNvSpPr/>
          <p:nvPr/>
        </p:nvSpPr>
        <p:spPr>
          <a:xfrm>
            <a:off x="320940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Implementar modelos de clasificación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215;p33"/>
          <p:cNvSpPr/>
          <p:nvPr/>
        </p:nvSpPr>
        <p:spPr>
          <a:xfrm>
            <a:off x="6190560" y="1952280"/>
            <a:ext cx="2720880" cy="295848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Evaluar la calidad del aprendizaje un clasificador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5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70520" cy="75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6520" cy="25243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472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6520" cy="103824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41520" cy="641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2920" cy="19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2624</TotalTime>
  <Application>LibreOffice/25.8.0.4$Windows_X86_64 LibreOffice_project/48f00303701489684e67c38c28aff00cd5929e67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2025-09-16T15:47:11Z</dcterms:modified>
  <cp:revision>32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