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61F549-A29B-4965-AA31-8982EEE70C2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DA6C17-19C4-47DC-A655-D8399017E93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375AB5-BDA9-4454-8BE1-B8CF5627C16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3AEB0B-26EF-4FB2-B9C4-38EB70B8474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EF2743-E4B3-4662-AC66-93D8EEED893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C31EF6-99D0-4E73-9A0C-3D5D69F5279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8F45FA-E449-4B74-89EE-306DC2AC116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2D76A8-F092-45C4-9441-E1F1F3A0DC1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C959F3-010F-463D-9C24-5B8FD40537D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CC0ACF-F03B-4AAD-8714-B3D8B70899A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984B68-0185-473D-B922-05854270EB8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B278D7-A182-472A-B159-0296078B6EA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A4A13A-7B9B-4B78-9636-E2496D4472E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6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E7600C-512B-4127-A8B5-BD6597DEC0A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FC580F-4AD9-4887-87D3-969290007C8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0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FEB6C1-47CC-4896-93ED-399D308AAF8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0BA994-5CCA-4EE0-A95F-1110208227D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8F5029-455C-4540-9C04-AB166E5B52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50FB69-6F86-4EC8-811A-8AF3C08AD15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7E8D70-1CC2-40A8-AABA-5188D0A9B2F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5C47EE-0BC0-4286-BF3D-7AD13DA3FFF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B64E9C-28DC-474F-A15B-A0A8225004E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D9CE03-6C69-4D0D-8734-5ACE6185805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20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20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B65D63-AFB6-459C-85A3-6A9E7B82309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F4DC95FE-C5DD-48B2-B239-83FA3C31401B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81107EE-F1E9-442F-92B9-7B4B65AAFE1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B73099-7F6C-4519-B2F5-8C9C4A95831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8EEBDE-FACF-4E9B-9E91-6EE690643E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6160" cy="21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19 - Sprint 9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Aprendizaje máquina: Regresión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480" cy="3162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1FF13993-F795-47E0-8A60-6C4FAEEC41BB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23,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400" cy="185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676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67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6760" cy="27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6760" cy="27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6760" cy="25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67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🫠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040" cy="2648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opinas?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6"/>
          <p:cNvSpPr/>
          <p:nvPr/>
        </p:nvSpPr>
        <p:spPr>
          <a:xfrm>
            <a:off x="792000" y="498960"/>
            <a:ext cx="827676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¿Cuál crees que es valor faltante?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563;p61" descr=""/>
          <p:cNvPicPr/>
          <p:nvPr/>
        </p:nvPicPr>
        <p:blipFill>
          <a:blip r:embed="rId2"/>
          <a:stretch/>
        </p:blipFill>
        <p:spPr>
          <a:xfrm>
            <a:off x="6683040" y="3572640"/>
            <a:ext cx="2136960" cy="12873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19" name=""/>
          <p:cNvGraphicFramePr/>
          <p:nvPr/>
        </p:nvGraphicFramePr>
        <p:xfrm>
          <a:off x="1298160" y="1641960"/>
          <a:ext cx="5075280" cy="1731240"/>
        </p:xfrm>
        <a:graphic>
          <a:graphicData uri="http://schemas.openxmlformats.org/drawingml/2006/table">
            <a:tbl>
              <a:tblPr/>
              <a:tblGrid>
                <a:gridCol w="1268640"/>
                <a:gridCol w="1268640"/>
                <a:gridCol w="1268640"/>
                <a:gridCol w="1269720"/>
              </a:tblGrid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s-MX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Produccion</a:t>
                      </a:r>
                      <a:endParaRPr b="1" lang="es-MX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s-MX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Demanda</a:t>
                      </a:r>
                      <a:endParaRPr b="1" lang="es-MX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s-MX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Compentencia</a:t>
                      </a:r>
                      <a:endParaRPr b="1" lang="es-MX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1" lang="es-MX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Score</a:t>
                      </a:r>
                      <a:endParaRPr b="1" lang="es-MX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2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1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4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11.5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>
                      <a:noFill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3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2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4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?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4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3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5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18.5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5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2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4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s-MX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Noto Sans"/>
                        </a:rPr>
                        <a:t>16.0</a:t>
                      </a:r>
                      <a:endParaRPr b="0" lang="es-MX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Noto Sans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5800" cy="298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Introduccion Machine Learning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Regresión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Métricas de la regresión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800" cy="80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13;p33"/>
          <p:cNvSpPr/>
          <p:nvPr/>
        </p:nvSpPr>
        <p:spPr>
          <a:xfrm>
            <a:off x="22860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la tarea de regresión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4;p33"/>
          <p:cNvSpPr/>
          <p:nvPr/>
        </p:nvSpPr>
        <p:spPr>
          <a:xfrm>
            <a:off x="320940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Implementar modelos de regresión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15;p33"/>
          <p:cNvSpPr/>
          <p:nvPr/>
        </p:nvSpPr>
        <p:spPr>
          <a:xfrm>
            <a:off x="6190560" y="1952280"/>
            <a:ext cx="2720520" cy="29581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Evaluar la calidad del aprendizaje un modelo de regresión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160" cy="1037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0160" cy="756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6160" cy="2523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8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6160" cy="1037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1160" cy="64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2630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2025-09-23T08:57:33Z</dcterms:modified>
  <cp:revision>33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