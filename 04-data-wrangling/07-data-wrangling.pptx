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2_Inter_Italic.fntdata" ContentType="application/x-fontdata"/>
  <Override PartName="/ppt/fonts/Font_3_Inter_BoldItalic.fntdata" ContentType="application/x-fontdata"/>
  <Override PartName="/ppt/fonts/Font_1_Inter_Bold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7772400" cy="10058400"/>
  <p:embeddedFontLst>
    <p:embeddedFont>
      <p:font typeface="Inter Medium"/>
    </p:embeddedFont>
    <p:embeddedFont>
      <p:font typeface="Inter ExtraBold"/>
    </p:embeddedFont>
    <p:embeddedFont>
      <p:font typeface="Inter SemiBold"/>
    </p:embeddedFont>
    <p:embeddedFont>
      <p:font typeface="Inter"/>
      <p:bold r:id="rId10"/>
      <p:italic r:id="rId11"/>
      <p:boldItalic r:id="rId12"/>
    </p:embeddedFont>
    <p:embeddedFont>
      <p:font typeface="Microsoft YaHei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font" Target="fonts/Font_1_Inter_Bold.fntdata"/><Relationship Id="rId11" Type="http://schemas.openxmlformats.org/officeDocument/2006/relationships/font" Target="fonts/Font_2_Inter_Italic.fntdata"/><Relationship Id="rId12" Type="http://schemas.openxmlformats.org/officeDocument/2006/relationships/font" Target="fonts/Font_3_Inter_BoldItalic.fntdata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4FC52A-231E-43D6-9AFA-98C0723C101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48755F-A263-4A0F-9AB2-DA212D8F590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14563C-5F2E-482C-B0D7-FF11CC09406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55000" lnSpcReduction="19999"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3ABF43-C76F-4438-A3D0-98A36BBC42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1F1EB9-ACE2-448F-B9CD-821790111BA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14C344-2FF3-4484-8E2A-E9446A22F3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A22E6C-9447-404B-A297-4F752197BA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ED8709-4F9D-4C41-9347-AB1D3711DD4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EFC0B8-CD74-4D1A-A3FD-B413830D72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760" cy="16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7 - Sprint 4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Data Wrangling</a:t>
            </a:r>
            <a:r>
              <a:rPr b="0" lang="en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Ingeniería de características, Análisis y visualización de datos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"/>
          <p:cNvSpPr/>
          <p:nvPr/>
        </p:nvSpPr>
        <p:spPr>
          <a:xfrm>
            <a:off x="242640" y="4500000"/>
            <a:ext cx="299700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EBB630F2-6418-4112-AA81-2C9F9FBF8C71}" type="datetime3">
              <a:rPr b="0" lang="es-MX" sz="2100" strike="noStrike" u="none">
                <a:solidFill>
                  <a:srgbClr val="000000"/>
                </a:solidFill>
                <a:effectLst/>
                <a:uFillTx/>
                <a:latin typeface="Inter SemiBold"/>
              </a:rPr>
              <a:t>23 de agosto de 2025</a:t>
            </a:fld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760" cy="298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(5min)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Data wrangling con datos de salud (80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🛠️ Formateo de variables (15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📑 Ingenieria de características (20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📊 Explorando relaciones (45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🧩 Uso de gráficos en pandas (15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8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13;p33"/>
          <p:cNvSpPr/>
          <p:nvPr/>
        </p:nvSpPr>
        <p:spPr>
          <a:xfrm>
            <a:off x="2286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1a1a1a"/>
                </a:solidFill>
                <a:effectLst/>
                <a:uFillTx/>
                <a:latin typeface="Inter Medium"/>
                <a:ea typeface="Inter Medium"/>
              </a:rPr>
              <a:t>Analisis de conversión de tipos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214;p33"/>
          <p:cNvSpPr/>
          <p:nvPr/>
        </p:nvSpPr>
        <p:spPr>
          <a:xfrm>
            <a:off x="32094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1a1a1a"/>
                </a:solidFill>
                <a:effectLst/>
                <a:uFillTx/>
                <a:latin typeface="Inter Medium"/>
                <a:ea typeface="Inter Medium"/>
              </a:rPr>
              <a:t>Resumir información y combinar fuentes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215;p33"/>
          <p:cNvSpPr/>
          <p:nvPr/>
        </p:nvSpPr>
        <p:spPr>
          <a:xfrm>
            <a:off x="619056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gráficos para explicar nuestros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8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760" cy="252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 Jupyter!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960" cy="1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213;p33"/>
          <p:cNvSpPr/>
          <p:nvPr/>
        </p:nvSpPr>
        <p:spPr>
          <a:xfrm>
            <a:off x="2286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1a1a1a"/>
                </a:solidFill>
                <a:effectLst/>
                <a:uFillTx/>
                <a:latin typeface="Inter Medium"/>
                <a:ea typeface="Inter Medium"/>
              </a:rPr>
              <a:t>¿Qué métodos utilizarías para explorar un dataframe?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214;p33"/>
          <p:cNvSpPr/>
          <p:nvPr/>
        </p:nvSpPr>
        <p:spPr>
          <a:xfrm>
            <a:off x="32094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1a1a1a"/>
                </a:solidFill>
                <a:effectLst/>
                <a:uFillTx/>
                <a:latin typeface="Inter Medium"/>
                <a:ea typeface="Inter Medium"/>
              </a:rPr>
              <a:t>¿Qué nos llevamos de la conversión de tipos de datos?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215;p33"/>
          <p:cNvSpPr/>
          <p:nvPr/>
        </p:nvSpPr>
        <p:spPr>
          <a:xfrm>
            <a:off x="619056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¿Que herramientas tenemos para examinar mejor nuestros datos?</a:t>
            </a:r>
            <a:endParaRPr b="0" i="1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8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Hora de cerrar ):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640" cy="267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te sientes luego de la sesión?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760" cy="9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760" cy="64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784</TotalTime>
  <Application>LibreOffice/25.8.0.4$Windows_X86_64 LibreOffice_project/48f00303701489684e67c38c28aff00cd5929e67</Application>
  <AppVersion>15.0000</AppVersion>
  <Words>1611</Words>
  <Paragraphs>172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2025-08-23T16:07:45Z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47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47</vt:i4>
  </property>
</Properties>
</file>