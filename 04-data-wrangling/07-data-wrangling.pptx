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fonts/Font_5_Lucida_Sans_Regular.fntdata" ContentType="application/x-fontdata"/>
  <Override PartName="/ppt/fonts/Font_4_Microsoft_YaHei_Regular.fntdata" ContentType="application/x-fontdata"/>
  <Override PartName="/ppt/fonts/Font_1_Inter_Regular.fntdata" ContentType="application/x-fontdata"/>
  <Override PartName="/ppt/fonts/Font_3_Inter_Italic.fntdata" ContentType="application/x-fontdata"/>
  <Override PartName="/ppt/fonts/Font_2_Inter_Bold.fntdata" ContentType="application/x-fontdata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7772400" cy="10058400"/>
  <p:embeddedFontLst>
    <p:embeddedFont>
      <p:font typeface="Inter ExtraBold"/>
    </p:embeddedFont>
    <p:embeddedFont>
      <p:font typeface="Inter"/>
      <p:regular r:id="rId13"/>
      <p:bold r:id="rId14"/>
      <p:italic r:id="rId15"/>
      <p:boldItalic r:id="rId13"/>
    </p:embeddedFont>
    <p:embeddedFont>
      <p:font typeface="Inter Medium"/>
    </p:embeddedFont>
    <p:embeddedFont>
      <p:font typeface="Inter SemiBold"/>
    </p:embeddedFont>
    <p:embeddedFont>
      <p:font typeface="Microsoft YaHei"/>
      <p:regular r:id="rId16"/>
    </p:embeddedFont>
    <p:embeddedFont>
      <p:font typeface="Lucida Sans"/>
      <p:regular r:id="rId1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font" Target="fonts/Font_1_Inter_Regular.fntdata"/><Relationship Id="rId14" Type="http://schemas.openxmlformats.org/officeDocument/2006/relationships/font" Target="fonts/Font_2_Inter_Bold.fntdata"/><Relationship Id="rId15" Type="http://schemas.openxmlformats.org/officeDocument/2006/relationships/font" Target="fonts/Font_3_Inter_Italic.fntdata"/><Relationship Id="rId16" Type="http://schemas.openxmlformats.org/officeDocument/2006/relationships/font" Target="fonts/Font_4_Microsoft_YaHei_Regular.fntdata"/><Relationship Id="rId17" Type="http://schemas.openxmlformats.org/officeDocument/2006/relationships/font" Target="fonts/Font_5_Lucida_Sans_Regular.fntdata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197824-8D1E-4206-9664-9845C69190C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72C001-7AAC-4EF6-A768-9CFD369D1B8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8F71FB-592D-44F8-9A0B-D1A6B1E71BF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92CE34-0F9A-4F61-A326-6F1FE290185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C18DA2-13BC-4BC3-BBDD-C897AFA7A71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F550FB-47B6-467A-AA95-7602684579A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55000" lnSpcReduction="19999"/>
          </a:bodyPr>
          <a:p>
            <a:pPr indent="0">
              <a:buNone/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7FC047-8A38-4E08-AB8D-84893E23AA6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CE6160-253F-4B40-B57C-71DE61948AF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76F801-0767-40D5-878E-FE6AA4DE5B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548B31-53E6-4BFC-B2D5-AED959E4B70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AA2B58-A2A4-4806-841D-05D157316F3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9400" cy="166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7 - Sprint 4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Data Wrangling</a:t>
            </a:r>
            <a:r>
              <a:rPr b="0" lang="en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Ingeniería de características, Análisis y visualización de datos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"/>
          <p:cNvSpPr/>
          <p:nvPr/>
        </p:nvSpPr>
        <p:spPr>
          <a:xfrm>
            <a:off x="242640" y="4500000"/>
            <a:ext cx="2996640" cy="41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fld id="{7377B4EC-6092-437C-A246-C58E19A3B7E3}" type="datetime3">
              <a:rPr b="0" lang="es-MX" sz="2100" strike="noStrike" u="none">
                <a:solidFill>
                  <a:srgbClr val="000000"/>
                </a:solidFill>
                <a:effectLst/>
                <a:uFillTx/>
                <a:latin typeface="Inter SemiBold"/>
              </a:rPr>
              <a:t>15 de octubre de 2025</a:t>
            </a:fld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320" cy="185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7"/>
          <p:cNvSpPr/>
          <p:nvPr/>
        </p:nvSpPr>
        <p:spPr>
          <a:xfrm>
            <a:off x="180000" y="540000"/>
            <a:ext cx="845568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120" cy="18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/>
          <p:nvPr/>
        </p:nvSpPr>
        <p:spPr>
          <a:xfrm>
            <a:off x="288000" y="194400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2664000" y="1944000"/>
            <a:ext cx="19756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2664000" y="1944360"/>
            <a:ext cx="19756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4968000" y="194472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948000" y="194508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9400" cy="298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(5min)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Data wrangling con datos de salud (80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🛠️ Formateo de variables (15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📑 Ingenieria de características (20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📊 Explorando relaciones (45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🧩 Uso de gráficos en pandas (15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213;p33"/>
          <p:cNvSpPr/>
          <p:nvPr/>
        </p:nvSpPr>
        <p:spPr>
          <a:xfrm>
            <a:off x="2286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Analisis de conversión de tipos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214;p33"/>
          <p:cNvSpPr/>
          <p:nvPr/>
        </p:nvSpPr>
        <p:spPr>
          <a:xfrm>
            <a:off x="32094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Resumir información y combinar fuentes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215;p33"/>
          <p:cNvSpPr/>
          <p:nvPr/>
        </p:nvSpPr>
        <p:spPr>
          <a:xfrm>
            <a:off x="619056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Crear gráficos para explicar nuestros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9400" cy="252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 Jupyter!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7600" cy="1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213;p33"/>
          <p:cNvSpPr/>
          <p:nvPr/>
        </p:nvSpPr>
        <p:spPr>
          <a:xfrm>
            <a:off x="2286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¿Qué métodos utilizarías para explorar un dataframe?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214;p33"/>
          <p:cNvSpPr/>
          <p:nvPr/>
        </p:nvSpPr>
        <p:spPr>
          <a:xfrm>
            <a:off x="32094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trike="noStrike" u="none">
                <a:solidFill>
                  <a:srgbClr val="1a1a1a"/>
                </a:solidFill>
                <a:effectLst/>
                <a:uFillTx/>
                <a:latin typeface="Inter Medium"/>
                <a:ea typeface="Inter Medium"/>
              </a:rPr>
              <a:t>¿Qué nos llevamos de la conversión de tipos de datos?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215;p33"/>
          <p:cNvSpPr/>
          <p:nvPr/>
        </p:nvSpPr>
        <p:spPr>
          <a:xfrm>
            <a:off x="619056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¿Que herramientas tenemos para examinar mejor nuestros datos?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Hora de cerrar ):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280" cy="267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te sientes luego de la sesión?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9400" cy="92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4400" cy="64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784</TotalTime>
  <Application>LibreOffice/25.8.0.4$Windows_X86_64 LibreOffice_project/48f00303701489684e67c38c28aff00cd5929e67</Application>
  <AppVersion>15.0000</AppVersion>
  <Words>1611</Words>
  <Paragraphs>172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2025-10-15T19:53:06Z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47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47</vt:i4>
  </property>
</Properties>
</file>