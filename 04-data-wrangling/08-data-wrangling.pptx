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fonts/Font_2_Inter_Italic.fntdata" ContentType="application/x-fontdata"/>
  <Override PartName="/ppt/fonts/Font_3_Inter_BoldItalic.fntdata" ContentType="application/x-fontdata"/>
  <Override PartName="/ppt/fonts/Font_1_Inter_Bold.fntdata" ContentType="application/x-fontdata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7772400" cy="10058400"/>
  <p:embeddedFontLst>
    <p:embeddedFont>
      <p:font typeface="Inter SemiBold"/>
    </p:embeddedFont>
    <p:embeddedFont>
      <p:font typeface="Inter ExtraBold"/>
    </p:embeddedFont>
    <p:embeddedFont>
      <p:font typeface="Inter"/>
      <p:bold r:id="rId13"/>
      <p:italic r:id="rId14"/>
      <p:boldItalic r:id="rId15"/>
    </p:embeddedFont>
    <p:embeddedFont>
      <p:font typeface="Inter Medium"/>
    </p:embeddedFont>
    <p:embeddedFont>
      <p:font typeface="Microsoft YaHei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font" Target="fonts/Font_1_Inter_Bold.fntdata"/><Relationship Id="rId14" Type="http://schemas.openxmlformats.org/officeDocument/2006/relationships/font" Target="fonts/Font_2_Inter_Italic.fntdata"/><Relationship Id="rId15" Type="http://schemas.openxmlformats.org/officeDocument/2006/relationships/font" Target="fonts/Font_3_Inter_BoldItalic.fntdata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9C089A-9828-46BE-B466-C01B93D659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B5F887-128C-480D-AACD-3BAF5FC771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257CB7-1839-4BA1-85DC-C5A1C174AC1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6F2A60-A46B-47C1-B8C6-23FF5C9E03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CB1A72-73E4-46C1-9803-AE28DC79B5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B1451B-2816-43A8-9CE6-3747D1AC98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55000" lnSpcReduction="19999"/>
          </a:bodyPr>
          <a:p>
            <a:pPr indent="0">
              <a:buNone/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C1D887-529E-4403-A2D4-209FADA24E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455B5C-1B04-4BDE-B111-899B8C5D510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487F8D-2BB3-4B81-BBA9-0C7FB8DC6DC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233F4F2-EF49-4FE2-B498-D42CD950732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80B247-A346-409B-8F5D-4A927F8A24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400" cy="316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7 - Sprint 4</a:t>
            </a:r>
            <a:br>
              <a:rPr sz="6000"/>
            </a:br>
            <a:br>
              <a:rPr sz="6000"/>
            </a:br>
            <a:r>
              <a:rPr b="1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Data Wrangling</a:t>
            </a:r>
            <a:r>
              <a:rPr b="0" lang="en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Revisión de proyecto</a:t>
            </a:r>
            <a:br>
              <a:rPr sz="2000"/>
            </a:br>
            <a:br>
              <a:rPr sz="2000"/>
            </a:br>
            <a:r>
              <a:rPr b="1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Uso de herramientas de IA</a:t>
            </a:r>
            <a:r>
              <a:rPr b="0" lang="en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: Estrategias </a:t>
            </a:r>
            <a:br>
              <a:rPr sz="2000"/>
            </a:br>
            <a:r>
              <a:rPr b="0" lang="en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</a:t>
            </a:r>
            <a:br>
              <a:rPr sz="2000"/>
            </a:b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242640" y="4500000"/>
            <a:ext cx="299664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fld id="{71170F4D-ED77-4589-ADAF-ED79DC222221}" type="datetime3">
              <a:rPr b="0" lang="es-MX" sz="2100" strike="noStrike" u="none">
                <a:solidFill>
                  <a:srgbClr val="000000"/>
                </a:solidFill>
                <a:effectLst/>
                <a:uFillTx/>
                <a:latin typeface="Inter SemiBold"/>
              </a:rPr>
              <a:t>29 de agosto de 2025</a:t>
            </a:fld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8000" cy="184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180000" y="0"/>
            <a:ext cx="9360000" cy="624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Google Shape;49;p 2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400" cy="298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(5min)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Proyecto del sprint (45min)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 🛠️ Revisemos algunas tareas que pudieran sernos complejas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Uso de IA para estudiar(45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Algunos consejos para ayudarte a estudiar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8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13;p33"/>
          <p:cNvSpPr/>
          <p:nvPr/>
        </p:nvSpPr>
        <p:spPr>
          <a:xfrm>
            <a:off x="2286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1a1a1a"/>
                </a:solidFill>
                <a:effectLst/>
                <a:uFillTx/>
                <a:latin typeface="Inter Medium"/>
                <a:ea typeface="Inter Medium"/>
              </a:rPr>
              <a:t>Explorar diferentes opciones de agrupación de dataframes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214;p33"/>
          <p:cNvSpPr/>
          <p:nvPr/>
        </p:nvSpPr>
        <p:spPr>
          <a:xfrm>
            <a:off x="320940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trike="noStrike" u="none">
                <a:solidFill>
                  <a:srgbClr val="1a1a1a"/>
                </a:solidFill>
                <a:effectLst/>
                <a:uFillTx/>
                <a:latin typeface="Inter Medium"/>
                <a:ea typeface="Inter Medium"/>
              </a:rPr>
              <a:t>Analisis de variables utilizando gráficas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215;p33"/>
          <p:cNvSpPr/>
          <p:nvPr/>
        </p:nvSpPr>
        <p:spPr>
          <a:xfrm>
            <a:off x="6190560" y="1952280"/>
            <a:ext cx="2723760" cy="29613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Unir dataframes para hacer gráficas çon más detalle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8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 del proyecto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400" cy="75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400" cy="252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 Jupyter!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600" cy="1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745200" y="0"/>
            <a:ext cx="771480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49;p 1" descr=""/>
          <p:cNvPicPr/>
          <p:nvPr/>
        </p:nvPicPr>
        <p:blipFill>
          <a:blip r:embed="rId2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280" cy="26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te sientes luego de la sesión?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400" cy="9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400" cy="64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796</TotalTime>
  <Application>LibreOffice/25.8.0.4$Windows_X86_64 LibreOffice_project/48f00303701489684e67c38c28aff00cd5929e67</Application>
  <AppVersion>15.0000</AppVersion>
  <Words>1611</Words>
  <Paragraphs>172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2025-08-30T00:01:32Z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47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47</vt:i4>
  </property>
</Properties>
</file>