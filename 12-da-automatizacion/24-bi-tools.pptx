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1EC91A3-FFF8-4616-97A6-23E95DDF74A9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9F09B3F-0B17-4951-A52D-846E9535BE9C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F3888E9-B938-457C-A5CE-999B19104ED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7D5BD14-B029-4E9C-9ACF-30E027FB93C2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E4F305A-367C-4C35-92AC-CB33C21F8263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889287E-E029-4DC4-B350-9F3C262870D2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D4E2EB2-5FF4-4A78-9692-5FDB1BB841DB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8757B6C-A88C-4552-B594-0F795C8B6123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9D021B2-6C22-4622-9E6C-D4CA3B0F01CA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026187F-0D49-43E4-B58D-42390FDD2D53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7BCF673-7F56-4099-B15F-5C119BAD1154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E08B659-A321-4C29-9B29-A3B8DA4EE7DB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BCBB1C-6BA9-4D92-A7AB-732B7D071BA3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6A2773-C364-4933-98CD-330144F5653C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E23321-534D-4B06-A7E1-E24AF0FB26A0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85B36F-135A-4E0D-BE97-213074BEA396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7EA29D-1A7E-4B8F-BC93-5A30B848E9DF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1F72A7-7E3C-4D56-B84A-C1AC9AB170AD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B528C5-DE07-45AA-B3BA-5D211B98330E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76D421-4213-473A-AFED-35769C800859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C36649-3739-4ACC-AC5F-90E2A75A8FC5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FB6350-6A1C-4E22-AC7A-52CBF351E6C2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E22571-F139-4424-A47D-AE1B0A23FB0E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093855-B805-4AF7-874C-4DF6016B092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05D4EF-E874-4526-9463-5825E1A725C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DB98E1-457D-445D-AE42-9FFA1661606E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20120" cy="2169720"/>
          </a:xfrm>
          <a:prstGeom prst="rect">
            <a:avLst/>
          </a:prstGeom>
          <a:noFill/>
          <a:ln w="0">
            <a:noFill/>
          </a:ln>
        </p:spPr>
        <p:txBody>
          <a:bodyPr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Webinar 24 - Sprint 12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CO" sz="2000" spc="-1" strike="noStrike">
                <a:solidFill>
                  <a:srgbClr val="1a1a1a"/>
                </a:solidFill>
                <a:latin typeface="Inter"/>
                <a:ea typeface="Inter"/>
              </a:rPr>
              <a:t>Automatización:  Herramientas BI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20120" cy="2989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pc="-1" strike="noStrike">
                <a:solidFill>
                  <a:srgbClr val="1a1a1a"/>
                </a:solidFill>
                <a:latin typeface="Inter"/>
                <a:ea typeface="Inter"/>
              </a:rPr>
              <a:t>Data story telling (10 min)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pc="-1" strike="noStrike">
                <a:solidFill>
                  <a:srgbClr val="1a1a1a"/>
                </a:solidFill>
                <a:latin typeface="Inter"/>
                <a:ea typeface="Inter"/>
              </a:rPr>
              <a:t>Tableu &amp; Looker (80 min)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pc="-1" strike="noStrike">
                <a:solidFill>
                  <a:srgbClr val="1a1a1a"/>
                </a:solidFill>
                <a:latin typeface="Inter"/>
                <a:ea typeface="Inter"/>
              </a:rPr>
              <a:t>Cierre (5 min)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  <p:sp>
        <p:nvSpPr>
          <p:cNvPr id="82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1041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Agenda 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213;p33"/>
          <p:cNvSpPr/>
          <p:nvPr/>
        </p:nvSpPr>
        <p:spPr>
          <a:xfrm>
            <a:off x="2286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Arial"/>
              </a:rPr>
              <a:t>Conocer algunas directrices sobre el data-storytelling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Google Shape;214;p33"/>
          <p:cNvSpPr/>
          <p:nvPr/>
        </p:nvSpPr>
        <p:spPr>
          <a:xfrm>
            <a:off x="32094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pc="-1" strike="noStrike">
                <a:solidFill>
                  <a:srgbClr val="000000"/>
                </a:solidFill>
                <a:latin typeface="Arial"/>
                <a:ea typeface="Arial"/>
              </a:rPr>
              <a:t>Crear reportes con tableau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215;p33"/>
          <p:cNvSpPr/>
          <p:nvPr/>
        </p:nvSpPr>
        <p:spPr>
          <a:xfrm>
            <a:off x="619056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pc="-1" strike="noStrike">
                <a:solidFill>
                  <a:srgbClr val="000000"/>
                </a:solidFill>
                <a:latin typeface="Arial"/>
                <a:ea typeface="Arial"/>
              </a:rPr>
              <a:t>Crear reportes usando Looker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1041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Objetivo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4120" cy="760320"/>
          </a:xfrm>
          <a:prstGeom prst="rect">
            <a:avLst/>
          </a:prstGeom>
          <a:ln w="0">
            <a:noFill/>
          </a:ln>
        </p:spPr>
      </p:pic>
      <p:pic>
        <p:nvPicPr>
          <p:cNvPr id="89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4120" cy="760320"/>
          </a:xfrm>
          <a:prstGeom prst="rect">
            <a:avLst/>
          </a:prstGeom>
          <a:ln w="0">
            <a:noFill/>
          </a:ln>
        </p:spPr>
      </p:pic>
      <p:pic>
        <p:nvPicPr>
          <p:cNvPr id="90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4120" cy="76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7777080" cy="2652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¿Que es el data story-telling?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20120" cy="25279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f2f1ee"/>
                </a:solidFill>
                <a:latin typeface="Inter ExtraBold"/>
                <a:ea typeface="Inter ExtraBold"/>
              </a:rPr>
              <a:t>¡Vamos a la práctica!</a:t>
            </a:r>
            <a:endParaRPr b="0" lang="es-MX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8320" cy="191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20120" cy="1041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Thanks      for coming!</a:t>
            </a:r>
            <a:endParaRPr b="0" lang="es-MX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5120" cy="644760"/>
          </a:xfrm>
          <a:prstGeom prst="rect">
            <a:avLst/>
          </a:prstGeom>
          <a:ln w="0">
            <a:noFill/>
          </a:ln>
        </p:spPr>
      </p:pic>
      <p:pic>
        <p:nvPicPr>
          <p:cNvPr id="97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6520" cy="19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2189</TotalTime>
  <Application>LibreOffice/7.5.0.3$Windows_X86_64 LibreOffice_project/c21113d003cd3efa8c53188764377a8272d9d6de</Application>
  <AppVersion>15.0000</AppVersion>
  <Words>1657</Words>
  <Paragraphs>170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2025-08-15T12:36:58Z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47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47</vt:i4>
  </property>
</Properties>
</file>