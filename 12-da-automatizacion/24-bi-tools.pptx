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7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  <p:sldMasterId id="2147483678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Master" Target="slideMasters/slideMaster27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899F66-0CFE-477C-BB75-AD60273164B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C0FD22-AD31-4594-B1A4-1506441307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1F71131-0A06-4F83-8094-737C959958C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9F1FE6-7BC2-4864-9EE9-153843D62E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AD72F2-F821-43E5-9B99-CB89D339DD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BECF0DB-FA40-491D-9D2D-DA20BB0DB8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1A3ECD-2E64-46D5-A53F-CE999909C27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D7F27B4-D626-4F27-A814-21E839B7E6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84BDB9-2B51-4E95-A37F-4015BF99579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EE00E1-7392-4463-9E63-F9643D5D3B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F350BE4-D8B3-48E5-B609-8C189D033E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7BDA8A-EC1B-4F9A-B838-D193644E9D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7EA9A5F-8FD3-4735-8B72-0056625FFF5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88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6226E0-45A1-4A85-B4C2-FF8BA0AEFD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CF676C-B182-4D00-A39F-9A1E3A408A2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2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9F3F0C-C82D-4E16-97D3-4157C7518FF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FAB7D2E-59D9-4B3B-A633-19A3AEBCB67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AA4903-BA5C-4DD1-9503-4F32F6B6529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80DE4E-C0CD-4929-8D5F-8057950DD14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7E2CC5-B439-42C2-8CB7-EE368474B3B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AA46827-8BE1-4631-A7C7-D11A02856E3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1E6CA2-B216-49C6-8298-EB265A7D74E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378C8F-7101-4B76-8DEB-D3B3738D36D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440" cy="142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920" cy="39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B2ADCE-D1C8-4A38-AD06-6E5FF58DC47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Predetermin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35E9390-D21C-49E6-B2CB-90CF7AF5A5C7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9DBB885-6959-4542-A862-4D65C5FEAF9C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B0B34DF-BD39-43DF-B6F6-88135E075840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31940B-69FC-4DB3-A78D-5E327E8F94F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7080" cy="85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7080" cy="298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2880" cy="38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5EE438-6C41-4E64-AC84-3EFDF5FB99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6120" cy="39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008533-E394-400E-AE8C-A932B611894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www.ted.com/talks/hans_rosling_the_best_stats_you_ve_ever_seen?utm_campaign=tedspread&amp;utm_medium=referral&amp;utm_source=tedcomshare" TargetMode="External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760" cy="216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24 - Sprint 12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Automatización:  Herramientas BI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3471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¡Bienvenidos!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240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120" cy="18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2600" cy="185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7"/>
          <p:cNvSpPr/>
          <p:nvPr/>
        </p:nvSpPr>
        <p:spPr>
          <a:xfrm>
            <a:off x="180000" y="540000"/>
            <a:ext cx="845496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3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288000" y="194400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2664000" y="194400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2664000" y="1944360"/>
            <a:ext cx="197496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968000" y="194472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948000" y="1945080"/>
            <a:ext cx="197496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9760" cy="29890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Data story telling (10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Tableu &amp; Looker (80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Cierre (5 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 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algunas directrices sobre el data-storytelling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reportes con tableau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4120" cy="296172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reportes usando Looker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760" cy="75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7776720" cy="2651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¿Que es el data story-telling?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65040" y="900000"/>
            <a:ext cx="3054960" cy="30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"/>
          <p:cNvSpPr txBox="1"/>
          <p:nvPr/>
        </p:nvSpPr>
        <p:spPr>
          <a:xfrm>
            <a:off x="4500000" y="900000"/>
            <a:ext cx="2880000" cy="30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s-MX" sz="1050" strike="noStrike" u="none">
                <a:solidFill>
                  <a:srgbClr val="999999"/>
                </a:solidFill>
                <a:effectLst/>
                <a:uFillTx/>
                <a:latin typeface="Arial"/>
              </a:rPr>
              <a:t>Jun 2006</a:t>
            </a:r>
            <a:endParaRPr b="0" lang="es-MX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spcBef>
                <a:spcPts val="1191"/>
              </a:spcBef>
              <a:spcAft>
                <a:spcPts val="992"/>
              </a:spcAft>
            </a:pPr>
            <a:r>
              <a:rPr b="1" lang="es-MX" sz="2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Hans Rosling nos muestra las mejores estadísticas que hayamos visto</a:t>
            </a:r>
            <a:endParaRPr b="0" lang="es-MX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1" lang="es-MX" sz="105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Hans Rosling </a:t>
            </a:r>
            <a:endParaRPr b="0" lang="es-MX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760" cy="25275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¡Vamos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960" cy="191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760" cy="10414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76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6160" cy="19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2189</TotalTime>
  <Application>LibreOffice/25.8.0.4$Windows_X86_64 LibreOffice_project/48f00303701489684e67c38c28aff00cd5929e67</Application>
  <AppVersion>15.0000</AppVersion>
  <Words>1657</Words>
  <Paragraphs>170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2025-10-08T17:59:31Z</dcterms:modified>
  <cp:revision>22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47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47</vt:i4>
  </property>
</Properties>
</file>