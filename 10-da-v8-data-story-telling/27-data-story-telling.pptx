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7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  <p:sldMasterId id="2147483678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Master" Target="slideMasters/slideMaster2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6CC860-5838-40BE-B066-9C49F8946F5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3BD841-03D4-46F5-AB47-67CBC25C615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3D40E1-0016-4813-9A6F-449FAE761BF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F69FF2-9439-4A09-B07A-E36CDB1FB5F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F85F42-C204-4AE9-9060-730D1A2ECD4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8F1046-24F6-4541-BCFC-85829FABF04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DD758A-141A-47CE-9575-378895836C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3FEEBB-CEC8-4D5B-9BD4-1701FB70084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20F435-E980-48C7-BD76-977AD73770B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321666-DAE2-46A0-859B-7DD0A47E40C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44C99D-63D0-407F-B921-6398A1724AF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E88ADD-D88D-4BA2-94D0-F9E646423F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B8CC1D-84FD-447B-8DDE-62617D44CE6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685BED-F26A-4CFD-816F-D57BF29A4AF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A1EEFF-0722-4F29-B00E-6244DE95A2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89642A-F6AE-42A9-947B-5E9DEAC45D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534D2A-B445-480B-8429-934649AEA89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9D0103-205F-4411-840A-4CE5C14587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0CA5AF-C94E-4363-9052-F52415C0017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4F6C7D-17CB-4787-850C-20ABC471ED3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3B6F78-0BD1-452C-9373-D71B0EB31CF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622ACA-6658-42B9-BFB2-08D315288E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9D86AA-CC16-4688-9006-E3360A987E9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0DF73C-C83A-411C-BD1E-65A296BE03C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Predetermin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AA1F48EA-B463-42FC-A2A8-0BF892C338D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CFAEE02-D90A-4994-9159-2B80AAE0C7AE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8686A6E-B032-4016-B816-6B391C0D43B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3F2A91-5CBB-4326-AA43-FEE0572D320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102E22-192C-44DE-8C9A-45F7F961308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04430C-4361-4729-A23F-1857065F15C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400" cy="21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27 - Sprint 10</a:t>
            </a:r>
            <a:br>
              <a:rPr sz="6000"/>
            </a:br>
            <a:r>
              <a:rPr b="1" lang="es-CO" sz="2600" strike="noStrike" u="none">
                <a:solidFill>
                  <a:srgbClr val="666666"/>
                </a:solidFill>
                <a:effectLst/>
                <a:uFillTx/>
                <a:latin typeface="Inter"/>
                <a:ea typeface="Inter"/>
              </a:rPr>
              <a:t>Construye historias visuales claras con gráficos</a:t>
            </a:r>
            <a:br>
              <a:rPr sz="2600"/>
            </a:br>
            <a:br>
              <a:rPr sz="2000"/>
            </a:br>
            <a:fld id="{A404DD94-28F0-48DF-8FA2-7D747B56B471}" type="datetime3"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12 de marzo de 2026</a:t>
            </a:fld>
            <a:br>
              <a:rPr sz="2000"/>
            </a:b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400" cy="347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240" cy="185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7"/>
          <p:cNvSpPr/>
          <p:nvPr/>
        </p:nvSpPr>
        <p:spPr>
          <a:xfrm>
            <a:off x="180000" y="540000"/>
            <a:ext cx="845460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288000" y="194400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000"/>
            <a:ext cx="19746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664000" y="1944360"/>
            <a:ext cx="19746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968000" y="194472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948000" y="194508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9400" cy="2988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Data story telling (10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Herramientas de analítica (80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Cierre (5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 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algunas directrices sobre el data-storytelling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reportes con tableau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reportes usando Looker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400" cy="2527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¡Vamos a la práctica!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600" cy="19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400" cy="64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2193</TotalTime>
  <Application>LibreOffice/25.8.3.2$Windows_X86_64 LibreOffice_project/8ca8d55c161d602844f5428fa4b58097424e324e</Application>
  <AppVersion>15.0000</AppVersion>
  <Words>1657</Words>
  <Paragraphs>170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2026-03-12T18:04:09Z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47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47</vt:i4>
  </property>
</Properties>
</file>