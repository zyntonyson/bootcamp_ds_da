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  <p:sldMasterId id="2147483678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Master" Target="slideMasters/slideMaster2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9E4B6F-8245-4F63-B00D-E322F42F357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6B93EA-35CD-48D7-A439-255A5E0F1905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CCC976-50E1-405F-AD29-0B495A5F049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703328-7381-4E6C-8559-9F0CBCAD4D74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E571FD-1A44-463D-A735-93D35B675595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0551D7-F893-41F4-85E9-E66DB0DED5E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49FFBD-9485-4748-B311-619A701BAC1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5CD013-0901-4764-876D-009B9398C28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25E87A-1540-43F5-9000-0297816438C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7DC398-12BC-4A32-A132-B34A8EAE495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65F900-70B4-46AF-A766-554B04608DF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6BEAF5-58AB-4942-9C02-BB22BE0BD77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FE9B52-AB96-4648-B6DF-14208686C90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52BE08-4D2E-4152-A808-4711C62C33C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26030A-806C-4848-AB1F-49A701E9F11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2C85EA-4D24-4AC5-A1B7-1EBD41282B9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088046-B1BF-4A97-A817-565F2E47498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8DD97B-8F4A-41D5-B42A-13F1EFF87EE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DA456D-1070-4A92-9325-10C872D7314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8C91AD-A4C8-40B7-B40E-7350F7CA390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9F1997-8A6A-402F-9DF3-D9C1A685610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16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9CCC56-411C-4D0E-B728-71A7E651721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7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ACFF62-A0E6-4EF6-8F57-4DBD9652749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520" cy="142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D6391E-FAF4-4A8C-A361-61923C86B93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BA8235AF-639A-442C-97A0-B039CD32718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4F8A5BA-E0DB-46F3-A8C4-C493AD00886F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6961EB6-289E-406F-8A26-82F1228099E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6D7D88-FE46-4AD1-997E-CB0E861D3E1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7DDFFB-AF43-488E-928E-F8AA5AD601A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8B4FB5-A9C7-49D9-96D2-575F8B7F4B5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040" cy="21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" sz="60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28 - Sprint 10</a:t>
            </a:r>
            <a:br>
              <a:rPr sz="6000"/>
            </a:br>
            <a:r>
              <a:rPr lang="es-CO" sz="2600" b="1" u="none" strike="noStrike">
                <a:solidFill>
                  <a:srgbClr val="666666"/>
                </a:solidFill>
                <a:effectLst/>
                <a:uFillTx/>
                <a:latin typeface="Inter"/>
                <a:ea typeface="Inter"/>
              </a:rPr>
              <a:t>Construye historias visuales claras con gráficos</a:t>
            </a:r>
            <a:br>
              <a:rPr sz="2600"/>
            </a:br>
            <a:br>
              <a:rPr sz="2000"/>
            </a:br>
            <a:fld id="{64490E91-99C0-4C9D-AD45-A4709931C490}" type="datetime3">
              <a:rPr lang="es-CO" sz="2000" b="0" u="none" strike="noStrik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19 de marzo de 2026</a:t>
            </a:fld>
            <a:br>
              <a:rPr sz="2000"/>
            </a:b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Google Shape;34;p14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40;p 1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347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s-ES" sz="60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lang="es-MX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240;p 3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880" cy="185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s-ES" sz="60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lang="es-MX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7"/>
          <p:cNvSpPr/>
          <p:nvPr/>
        </p:nvSpPr>
        <p:spPr>
          <a:xfrm>
            <a:off x="180000" y="540000"/>
            <a:ext cx="845424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" sz="32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lang="en" sz="2600" b="0" u="none" strike="noStrik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lang="es-MX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49;p 3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288000" y="1944000"/>
            <a:ext cx="19742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000"/>
            <a:ext cx="19742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664000" y="1944360"/>
            <a:ext cx="19742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968000" y="1944720"/>
            <a:ext cx="19742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948000" y="1945080"/>
            <a:ext cx="19742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040" cy="2988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lang="es-CO" sz="2400" b="0" u="none" strike="noStrik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Caso Andes retail Group (80 min)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lang="en" sz="2400" b="0" u="none" strike="noStrik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Cierre (5 min)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16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 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Traducir necesidades de negocio a KPIs claros y medibles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Planificar  la estructura de un dashboard utilizando una narrativa de datos como  SCQA  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Elaborar un dashboard que  la información de manera jerárquica 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/>
          <p:cNvPicPr/>
          <p:nvPr/>
        </p:nvPicPr>
        <p:blipFill>
          <a:blip r:embed="rId2"/>
          <a:stretch/>
        </p:blipFill>
        <p:spPr>
          <a:xfrm>
            <a:off x="42480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/>
          <p:cNvPicPr/>
          <p:nvPr/>
        </p:nvPicPr>
        <p:blipFill>
          <a:blip r:embed="rId3"/>
          <a:stretch/>
        </p:blipFill>
        <p:spPr>
          <a:xfrm>
            <a:off x="346896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/>
          <p:cNvPicPr/>
          <p:nvPr/>
        </p:nvPicPr>
        <p:blipFill>
          <a:blip r:embed="rId4"/>
          <a:stretch/>
        </p:blipFill>
        <p:spPr>
          <a:xfrm>
            <a:off x="640728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" sz="4800" b="0" u="none" strike="noStrik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¡Vamos a la práctica!</a:t>
            </a:r>
            <a:endParaRPr lang="es-MX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8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lang="es-MX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/>
          <p:cNvPicPr/>
          <p:nvPr/>
        </p:nvPicPr>
        <p:blipFill>
          <a:blip r:embed="rId1"/>
          <a:stretch/>
        </p:blipFill>
        <p:spPr>
          <a:xfrm>
            <a:off x="3642120" y="2053080"/>
            <a:ext cx="6440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/>
          <p:cNvPicPr/>
          <p:nvPr/>
        </p:nvPicPr>
        <p:blipFill>
          <a:blip r:embed="rId2"/>
          <a:stretch/>
        </p:blipFill>
        <p:spPr>
          <a:xfrm>
            <a:off x="413856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2196</TotalTime>
  <Application>LibreOffice/25.8.4.1$Windows_X86_64 LibreOffice_project/6ab4ab096601e7cd763971a4dad5a6c7322a1a59</Application>
  <AppVersion>15.0000</AppVersion>
  <Words>1657</Words>
  <Paragraphs>170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2026-03-19T12:35:10Z</dcterms:modified>
  <cp:revision>24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47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47</vt:i4>
  </property>
</Properties>
</file>