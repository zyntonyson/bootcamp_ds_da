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3E4DE7-7A96-4348-BB3D-7B6842018DC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91FC92-F516-4709-96A1-2878B7A3F70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9F0E29-5784-4400-8865-FBDE27F4A60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370F16-2793-4148-BBE4-46158A5D5ED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61C2C5-DAF1-4B5C-B2B1-7F2E2764FBE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835019-D8A6-4682-B5D1-56C8B9BFA9C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80855C-9AD4-4D02-A18C-41D2C9F4622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E0A4EA-7EDB-46B7-85AA-3441BC4C53F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11E2E6E-6018-4C39-9B2F-25B4A12C14E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720D77-656D-4BAB-BE2A-F97E66F6C17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23F041-E32A-4159-B178-B849C25CA95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74B905-342C-4EA1-AF75-77B1E81623B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F98F0CA-07BB-49A3-886C-7B7FE7D0140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E4EECA-64E0-403E-BC92-929184B6A21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ACC553-BD9D-4150-B2DB-6DF1F201C59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A976B52-1C0E-4771-8087-81B23A7D87E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F4AAA7-2396-4D0A-9949-13DDF545259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28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36F38C-F669-4BB3-9884-0D12017598C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8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4FA695-481E-49E9-B530-750C761E213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640" cy="141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8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885062-15C9-4EBC-A8CD-311F52E4A6E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FA88B9-8ECA-4160-83B5-5E10099A3A3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B52364-EB01-4F25-B82D-0FC5C6F857A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08681C-D124-4F4C-A41E-8A49FEE3137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84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960" cy="38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6E5CB5-6D73-4EFF-A52D-0A5E0DD52D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1A6C3F54-6D82-4104-AF26-39F6CB64D7BD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E99849C-E679-4153-8423-96B84CB7E879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800" cy="386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C37D52-781C-4764-ACEA-3661975151F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1080" cy="38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949B4C-E46C-42C0-96AE-9CFFE27B356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2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800" cy="216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16 - Sprint 5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Prepara y estructura datos con Python II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120" cy="3161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76540977-4BD5-4A45-97CE-37891D87623A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20,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040" cy="1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520" cy="1853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880" cy="17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320" cy="1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8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88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88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800" cy="33829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Manejo de datos en Pandas 🐼🐼(80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Limpieza de datos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Transformaciones de tipos de dato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Manejo de nulos y duplicados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Filtrado de datos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Cargar datos en pandas y explorarlos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Convertir el formato de los datos a uno más conviente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20160" cy="295776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Filtrar datos usando condiciones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800" cy="756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800" cy="252360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000" cy="187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800" cy="1037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800" cy="640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200" cy="18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3551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2025-11-20T13:16:33Z</dcterms:modified>
  <cp:revision>36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