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AEA4EA1-6ABA-4B95-A8FF-0EBCF0B8326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4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4155CA2-5803-4DBE-BB58-2F3C98F5F27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4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0A1B5F6-399D-431F-942D-77C1ED5DCC9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6C1C477-3603-4387-AD82-EB782AB9E58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28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C1EF852-6907-48BC-B2D6-047752DB74E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28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28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0E19207-FB4E-4931-A996-2C53C6C75AC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5530313-4376-4B4F-991B-90502D7372D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A0E6002-6932-45CA-84CC-F9F4C1034E3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9FA7922-76AC-4A86-8E4C-C7B2647AFEE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9112B79-2432-4B68-8708-E54B7D8278F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28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A87C393-12A9-439A-B532-27BEAE1845C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D12E06B-5F20-47B9-8B3E-EAB203F2C6C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A72D829-D1AD-4441-A095-EFB6456ECB3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25BD021-18A4-4AE2-B005-E90563ED98D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9E98264-64CE-4D10-8376-E1AC30913E2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378F8E7-BBEC-46A5-9AF1-C2633E3AC90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28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C771292-2F82-461B-BDEF-AAB93753821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28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28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532A6A9-2D02-4EA1-93A0-E8C4EDEA868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190E34A-4AE3-42F6-8137-9F1DDD6CDD7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8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33DBC93-4215-4C53-A4D0-47596666B23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14BDF30-7CAA-4E59-9DC6-4BA99C338D5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64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0F56033-FB73-4819-A5C4-50337572675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28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C223BEA-EA55-405F-8A10-244E0AB006E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6C6C31F-44AA-4FA3-8061-06DF3B181F6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2CFEBA8B-D5F7-4834-AC2E-981AA15CDBC1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B7E884A1-93B3-41A0-B486-56E2F3C9383A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1800" cy="38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316C688-CA93-4AFE-81E9-B631A738DFD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13F0E6D-2605-4D88-B4ED-3477DC3EBF4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2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5800" cy="216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16 - Sprint 5</a:t>
            </a:r>
            <a:br>
              <a:rPr sz="6000"/>
            </a:br>
            <a:br>
              <a:rPr sz="2000"/>
            </a:br>
            <a:r>
              <a:rPr b="0" lang="en" sz="48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 Prepara y estructura datos con Python II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2120" cy="31618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74AA5609-2F8C-4AF9-8C91-02A719C63E4B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Nov 19, 2025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040" cy="1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1520" cy="185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3880" cy="179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9320" cy="1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388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388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664000" y="1944360"/>
            <a:ext cx="197388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968000" y="1944720"/>
            <a:ext cx="197388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948000" y="1945080"/>
            <a:ext cx="197388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😵‍💫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ubTitle"/>
          </p:nvPr>
        </p:nvSpPr>
        <p:spPr>
          <a:xfrm>
            <a:off x="152280" y="1440000"/>
            <a:ext cx="8515800" cy="33829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( 10 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Manejo de datos en Pandas 🐼🐼(80 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Limpieza de datos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648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Transformaciones de tipos de dato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648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Manejo de nulos y duplicados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Filtrado de datos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5800" cy="10375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213;p33"/>
          <p:cNvSpPr/>
          <p:nvPr/>
        </p:nvSpPr>
        <p:spPr>
          <a:xfrm>
            <a:off x="228600" y="1952280"/>
            <a:ext cx="2720160" cy="29577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Conocer el uso de jupyter como entorno de trabajo en python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214;p33"/>
          <p:cNvSpPr/>
          <p:nvPr/>
        </p:nvSpPr>
        <p:spPr>
          <a:xfrm>
            <a:off x="3209400" y="1952280"/>
            <a:ext cx="2720160" cy="29577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Correr códigos simples en python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215;p33"/>
          <p:cNvSpPr/>
          <p:nvPr/>
        </p:nvSpPr>
        <p:spPr>
          <a:xfrm>
            <a:off x="6190560" y="1952280"/>
            <a:ext cx="2720160" cy="29577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Cargar datos usando pandas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5800" cy="10375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69800" cy="75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69800" cy="75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69800" cy="75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5800" cy="25236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000" cy="187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5800" cy="10375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0800" cy="64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2407</TotalTime>
  <Application>LibreOffice/25.8.2.2$Windows_X86_64 LibreOffice_project/d401f2107ccab8f924a8e2df40f573aab7605b6f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2025-11-19T17:22:30Z</dcterms:modified>
  <cp:revision>35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