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Default Extension="fntdata" ContentType="application/x-fontdata"/>
  <Override PartName="/docProps/custom.xml" ContentType="application/vnd.openxmlformats-officedocument.custom-propertie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presentation.xml" ContentType="application/vnd.openxmlformats-officedocument.presentationml.presentation.main+xml"/>
  <Override PartName="/ppt/slideMasters/slideMaster26.xml" ContentType="application/vnd.openxmlformats-officedocument.presentationml.slideMaster+xml"/>
  <Override PartName="/ppt/slideMasters/slideMaster13.xml" ContentType="application/vnd.openxmlformats-officedocument.presentationml.slideMaster+xml"/>
  <Override PartName="/ppt/slideMasters/slideMaster1.xml" ContentType="application/vnd.openxmlformats-officedocument.presentationml.slideMaster+xml"/>
  <Override PartName="/ppt/slideMasters/slideMaster25.xml" ContentType="application/vnd.openxmlformats-officedocument.presentationml.slideMaster+xml"/>
  <Override PartName="/ppt/slideMasters/_rels/slideMaster13.xml.rels" ContentType="application/vnd.openxmlformats-package.relationships+xml"/>
  <Override PartName="/ppt/slideMasters/_rels/slideMaster26.xml.rels" ContentType="application/vnd.openxmlformats-package.relationships+xml"/>
  <Override PartName="/ppt/slideMasters/_rels/slideMaster1.xml.rels" ContentType="application/vnd.openxmlformats-package.relationships+xml"/>
  <Override PartName="/ppt/slideMasters/_rels/slideMaster25.xml.rels" ContentType="application/vnd.openxmlformats-package.relationships+xml"/>
  <Override PartName="/ppt/slideLayouts/slideLayout23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_rels/slideLayout23.xml.rels" ContentType="application/vnd.openxmlformats-package.relationships+xml"/>
  <Override PartName="/ppt/slideLayouts/_rels/slideLayout1.xml.rels" ContentType="application/vnd.openxmlformats-package.relationships+xml"/>
  <Override PartName="/ppt/slideLayouts/_rels/slideLayout20.xml.rels" ContentType="application/vnd.openxmlformats-package.relationships+xml"/>
  <Override PartName="/ppt/slideLayouts/_rels/slideLayout2.xml.rels" ContentType="application/vnd.openxmlformats-package.relationships+xml"/>
  <Override PartName="/ppt/slideLayouts/_rels/slideLayout21.xml.rels" ContentType="application/vnd.openxmlformats-package.relationships+xml"/>
  <Override PartName="/ppt/slideLayouts/_rels/slideLayout3.xml.rels" ContentType="application/vnd.openxmlformats-package.relationships+xml"/>
  <Override PartName="/ppt/slideLayouts/_rels/slideLayout26.xml.rels" ContentType="application/vnd.openxmlformats-package.relationships+xml"/>
  <Override PartName="/ppt/slideLayouts/_rels/slideLayout4.xml.rels" ContentType="application/vnd.openxmlformats-package.relationships+xml"/>
  <Override PartName="/ppt/slideLayouts/_rels/slideLayout5.xml.rels" ContentType="application/vnd.openxmlformats-package.relationships+xml"/>
  <Override PartName="/ppt/slideLayouts/_rels/slideLayout24.xml.rels" ContentType="application/vnd.openxmlformats-package.relationships+xml"/>
  <Override PartName="/ppt/slideLayouts/_rels/slideLayout6.xml.rels" ContentType="application/vnd.openxmlformats-package.relationships+xml"/>
  <Override PartName="/ppt/slideLayouts/_rels/slideLayout25.xml.rels" ContentType="application/vnd.openxmlformats-package.relationships+xml"/>
  <Override PartName="/ppt/slideLayouts/_rels/slideLayout7.xml.rels" ContentType="application/vnd.openxmlformats-package.relationships+xml"/>
  <Override PartName="/ppt/slideLayouts/_rels/slideLayout8.xml.rels" ContentType="application/vnd.openxmlformats-package.relationships+xml"/>
  <Override PartName="/ppt/slideLayouts/_rels/slideLayout9.xml.rels" ContentType="application/vnd.openxmlformats-package.relationships+xml"/>
  <Override PartName="/ppt/slideLayouts/_rels/slideLayout10.xml.rels" ContentType="application/vnd.openxmlformats-package.relationships+xml"/>
  <Override PartName="/ppt/slideLayouts/_rels/slideLayout11.xml.rels" ContentType="application/vnd.openxmlformats-package.relationships+xml"/>
  <Override PartName="/ppt/slideLayouts/_rels/slideLayout12.xml.rels" ContentType="application/vnd.openxmlformats-package.relationships+xml"/>
  <Override PartName="/ppt/slideLayouts/_rels/slideLayout13.xml.rels" ContentType="application/vnd.openxmlformats-package.relationships+xml"/>
  <Override PartName="/ppt/slideLayouts/_rels/slideLayout14.xml.rels" ContentType="application/vnd.openxmlformats-package.relationships+xml"/>
  <Override PartName="/ppt/slideLayouts/_rels/slideLayout15.xml.rels" ContentType="application/vnd.openxmlformats-package.relationships+xml"/>
  <Override PartName="/ppt/slideLayouts/_rels/slideLayout16.xml.rels" ContentType="application/vnd.openxmlformats-package.relationships+xml"/>
  <Override PartName="/ppt/slideLayouts/_rels/slideLayout17.xml.rels" ContentType="application/vnd.openxmlformats-package.relationships+xml"/>
  <Override PartName="/ppt/slideLayouts/_rels/slideLayout18.xml.rels" ContentType="application/vnd.openxmlformats-package.relationships+xml"/>
  <Override PartName="/ppt/slideLayouts/_rels/slideLayout19.xml.rels" ContentType="application/vnd.openxmlformats-package.relationships+xml"/>
  <Override PartName="/ppt/slideLayouts/_rels/slideLayout22.xml.rels" ContentType="application/vnd.openxmlformats-package.relationships+xml"/>
  <Override PartName="/ppt/presProps.xml" ContentType="application/vnd.openxmlformats-officedocument.presentationml.presProps+xml"/>
  <Override PartName="/ppt/media/image1.png" ContentType="image/png"/>
  <Override PartName="/ppt/media/image2.png" ContentType="image/png"/>
  <Override PartName="/ppt/media/image3.png" ContentType="image/png"/>
  <Override PartName="/ppt/media/image4.png" ContentType="image/png"/>
  <Override PartName="/ppt/media/image5.png" ContentType="image/png"/>
  <Override PartName="/ppt/media/image6.png" ContentType="image/png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_rels/slide1.xml.rels" ContentType="application/vnd.openxmlformats-package.relationships+xml"/>
  <Override PartName="/ppt/slides/_rels/slide2.xml.rels" ContentType="application/vnd.openxmlformats-package.relationships+xml"/>
  <Override PartName="/ppt/slides/_rels/slide3.xml.rels" ContentType="application/vnd.openxmlformats-package.relationships+xml"/>
  <Override PartName="/ppt/slides/_rels/slide4.xml.rels" ContentType="application/vnd.openxmlformats-package.relationships+xml"/>
  <Override PartName="/ppt/slides/_rels/slide5.xml.rels" ContentType="application/vnd.openxmlformats-package.relationships+xml"/>
  <Override PartName="/ppt/slides/_rels/slide6.xml.rels" ContentType="application/vnd.openxmlformats-package.relationships+xml"/>
  <Override PartName="/ppt/slides/_rels/slide7.xml.rels" ContentType="application/vnd.openxmlformats-package.relationships+xml"/>
  <Override PartName="/ppt/slides/slide7.xml" ContentType="application/vnd.openxmlformats-officedocument.presentationml.slide+xml"/>
  <Override PartName="/ppt/_rels/presentation.xml.rels" ContentType="application/vnd.openxmlformats-package.relationships+xml"/>
  <Override PartName="/_rels/.rels" ContentType="application/vnd.openxmlformats-package.relationships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  <p:sldMasterId id="2147483661" r:id="rId3"/>
    <p:sldMasterId id="2147483674" r:id="rId4"/>
    <p:sldMasterId id="2147483676" r:id="rId5"/>
  </p:sld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</p:sldIdLst>
  <p:sldSz cx="9144000" cy="5143500"/>
  <p:notesSz cx="7772400" cy="10058400"/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Master" Target="slideMasters/slideMaster13.xml"/><Relationship Id="rId4" Type="http://schemas.openxmlformats.org/officeDocument/2006/relationships/slideMaster" Target="slideMasters/slideMaster25.xml"/><Relationship Id="rId5" Type="http://schemas.openxmlformats.org/officeDocument/2006/relationships/slideMaster" Target="slideMasters/slideMaster26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10" Type="http://schemas.openxmlformats.org/officeDocument/2006/relationships/slide" Target="slides/slide5.xml"/><Relationship Id="rId11" Type="http://schemas.openxmlformats.org/officeDocument/2006/relationships/slide" Target="slides/slide6.xml"/><Relationship Id="rId12" Type="http://schemas.openxmlformats.org/officeDocument/2006/relationships/slide" Target="slides/slide7.xml"/><Relationship Id="rId13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3.xml"/>
</Relationships>
</file>

<file path=ppt/slideLayouts/_rels/slideLayout1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3.xml"/>
</Relationships>
</file>

<file path=ppt/slideLayouts/_rels/slideLayout1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3.xml"/>
</Relationships>
</file>

<file path=ppt/slideLayouts/_rels/slideLayout1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3.xml"/>
</Relationships>
</file>

<file path=ppt/slideLayouts/_rels/slideLayout1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3.xml"/>
</Relationships>
</file>

<file path=ppt/slideLayouts/_rels/slideLayout1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3.xml"/>
</Relationships>
</file>

<file path=ppt/slideLayouts/_rels/slideLayout1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3.xml"/>
</Relationships>
</file>

<file path=ppt/slideLayouts/_rels/slideLayout2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3.xml"/>
</Relationships>
</file>

<file path=ppt/slideLayouts/_rels/slideLayout2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3.xml"/>
</Relationships>
</file>

<file path=ppt/slideLayouts/_rels/slideLayout2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3.xml"/>
</Relationships>
</file>

<file path=ppt/slideLayouts/_rels/slideLayout2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3.xml"/>
</Relationships>
</file>

<file path=ppt/slideLayouts/_rels/slideLayout2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3.xml"/>
</Relationships>
</file>

<file path=ppt/slideLayouts/_rels/slideLayout2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5.xml"/>
</Relationships>
</file>

<file path=ppt/slideLayouts/_rels/slideLayout2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6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5640" cy="855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del texto de título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4012200" cy="1419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5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body"/>
          </p:nvPr>
        </p:nvSpPr>
        <p:spPr>
          <a:xfrm>
            <a:off x="4674240" y="1203480"/>
            <a:ext cx="4012200" cy="1419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5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body"/>
          </p:nvPr>
        </p:nvSpPr>
        <p:spPr>
          <a:xfrm>
            <a:off x="457200" y="2761920"/>
            <a:ext cx="8225640" cy="1419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625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sldNum" idx="1"/>
          </p:nvPr>
        </p:nvSpPr>
        <p:spPr>
          <a:xfrm>
            <a:off x="8472600" y="4663080"/>
            <a:ext cx="544320" cy="3891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8A0545FD-C2C0-40B3-A51A-4AB6BA814A25}" type="slidenum">
              <a: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&lt;número&gt;</a:t>
            </a:fld>
            <a:endParaRPr b="0" lang="es-MX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5640" cy="855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del texto de título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8225640" cy="1419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625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" name="PlaceHolder 3"/>
          <p:cNvSpPr>
            <a:spLocks noGrp="1"/>
          </p:cNvSpPr>
          <p:nvPr>
            <p:ph type="body"/>
          </p:nvPr>
        </p:nvSpPr>
        <p:spPr>
          <a:xfrm>
            <a:off x="457200" y="2761920"/>
            <a:ext cx="8225640" cy="1419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625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" name="PlaceHolder 4"/>
          <p:cNvSpPr>
            <a:spLocks noGrp="1"/>
          </p:cNvSpPr>
          <p:nvPr>
            <p:ph type="sldNum" idx="2"/>
          </p:nvPr>
        </p:nvSpPr>
        <p:spPr>
          <a:xfrm>
            <a:off x="8472600" y="4663080"/>
            <a:ext cx="544320" cy="3891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71E124D4-71EC-4C00-B987-D2555B4DC016}" type="slidenum">
              <a: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&lt;número&gt;</a:t>
            </a:fld>
            <a:endParaRPr b="0" lang="es-MX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5640" cy="855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del texto de título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4012200" cy="1419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5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" name="PlaceHolder 3"/>
          <p:cNvSpPr>
            <a:spLocks noGrp="1"/>
          </p:cNvSpPr>
          <p:nvPr>
            <p:ph type="body"/>
          </p:nvPr>
        </p:nvSpPr>
        <p:spPr>
          <a:xfrm>
            <a:off x="4674240" y="1203480"/>
            <a:ext cx="4012200" cy="1419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5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" name="PlaceHolder 4"/>
          <p:cNvSpPr>
            <a:spLocks noGrp="1"/>
          </p:cNvSpPr>
          <p:nvPr>
            <p:ph type="body"/>
          </p:nvPr>
        </p:nvSpPr>
        <p:spPr>
          <a:xfrm>
            <a:off x="457200" y="2761920"/>
            <a:ext cx="4012200" cy="1419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5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" name="PlaceHolder 5"/>
          <p:cNvSpPr>
            <a:spLocks noGrp="1"/>
          </p:cNvSpPr>
          <p:nvPr>
            <p:ph type="body"/>
          </p:nvPr>
        </p:nvSpPr>
        <p:spPr>
          <a:xfrm>
            <a:off x="4674240" y="2761920"/>
            <a:ext cx="4012200" cy="1419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5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" name="PlaceHolder 6"/>
          <p:cNvSpPr>
            <a:spLocks noGrp="1"/>
          </p:cNvSpPr>
          <p:nvPr>
            <p:ph type="sldNum" idx="3"/>
          </p:nvPr>
        </p:nvSpPr>
        <p:spPr>
          <a:xfrm>
            <a:off x="8472600" y="4663080"/>
            <a:ext cx="544320" cy="3891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00A8D9C5-3D25-46B7-B330-FC41E0ECA083}" type="slidenum">
              <a: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&lt;número&gt;</a:t>
            </a:fld>
            <a:endParaRPr b="0" lang="es-MX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5640" cy="855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del texto de título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2646000" cy="1419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" name="PlaceHolder 3"/>
          <p:cNvSpPr>
            <a:spLocks noGrp="1"/>
          </p:cNvSpPr>
          <p:nvPr>
            <p:ph type="body"/>
          </p:nvPr>
        </p:nvSpPr>
        <p:spPr>
          <a:xfrm>
            <a:off x="3239640" y="1203480"/>
            <a:ext cx="2646000" cy="1419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" name="PlaceHolder 4"/>
          <p:cNvSpPr>
            <a:spLocks noGrp="1"/>
          </p:cNvSpPr>
          <p:nvPr>
            <p:ph type="body"/>
          </p:nvPr>
        </p:nvSpPr>
        <p:spPr>
          <a:xfrm>
            <a:off x="6022080" y="1203480"/>
            <a:ext cx="2646000" cy="1419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" name="PlaceHolder 5"/>
          <p:cNvSpPr>
            <a:spLocks noGrp="1"/>
          </p:cNvSpPr>
          <p:nvPr>
            <p:ph type="body"/>
          </p:nvPr>
        </p:nvSpPr>
        <p:spPr>
          <a:xfrm>
            <a:off x="457200" y="2761920"/>
            <a:ext cx="2646000" cy="1419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" name="PlaceHolder 6"/>
          <p:cNvSpPr>
            <a:spLocks noGrp="1"/>
          </p:cNvSpPr>
          <p:nvPr>
            <p:ph type="body"/>
          </p:nvPr>
        </p:nvSpPr>
        <p:spPr>
          <a:xfrm>
            <a:off x="3239640" y="2761920"/>
            <a:ext cx="2646000" cy="1419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" name="PlaceHolder 7"/>
          <p:cNvSpPr>
            <a:spLocks noGrp="1"/>
          </p:cNvSpPr>
          <p:nvPr>
            <p:ph type="body"/>
          </p:nvPr>
        </p:nvSpPr>
        <p:spPr>
          <a:xfrm>
            <a:off x="6022080" y="2761920"/>
            <a:ext cx="2646000" cy="1419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" name="PlaceHolder 8"/>
          <p:cNvSpPr>
            <a:spLocks noGrp="1"/>
          </p:cNvSpPr>
          <p:nvPr>
            <p:ph type="sldNum" idx="4"/>
          </p:nvPr>
        </p:nvSpPr>
        <p:spPr>
          <a:xfrm>
            <a:off x="8472600" y="4663080"/>
            <a:ext cx="544320" cy="3891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1EF178DC-2D3F-46BD-996A-CFB2DE883362}" type="slidenum">
              <a: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&lt;número&gt;</a:t>
            </a:fld>
            <a:endParaRPr b="0" lang="es-MX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PlaceHolder 1"/>
          <p:cNvSpPr>
            <a:spLocks noGrp="1"/>
          </p:cNvSpPr>
          <p:nvPr>
            <p:ph type="sldNum" idx="5"/>
          </p:nvPr>
        </p:nvSpPr>
        <p:spPr>
          <a:xfrm>
            <a:off x="8472600" y="4663080"/>
            <a:ext cx="544320" cy="3891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59E6F57D-8C99-418E-8320-9F215159CCC1}" type="slidenum">
              <a: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&lt;número&gt;</a:t>
            </a:fld>
            <a:endParaRPr b="0" lang="es-MX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5640" cy="855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del texto de título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" name="PlaceHolder 2"/>
          <p:cNvSpPr>
            <a:spLocks noGrp="1"/>
          </p:cNvSpPr>
          <p:nvPr>
            <p:ph type="sldNum" idx="6"/>
          </p:nvPr>
        </p:nvSpPr>
        <p:spPr>
          <a:xfrm>
            <a:off x="8472600" y="4663080"/>
            <a:ext cx="544320" cy="3891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A2BD99DB-F456-4B6B-B987-6624BD56FE2B}" type="slidenum">
              <a: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&lt;número&gt;</a:t>
            </a:fld>
            <a:endParaRPr b="0" lang="es-MX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5640" cy="855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del texto de título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8225640" cy="2979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" name="PlaceHolder 3"/>
          <p:cNvSpPr>
            <a:spLocks noGrp="1"/>
          </p:cNvSpPr>
          <p:nvPr>
            <p:ph type="sldNum" idx="7"/>
          </p:nvPr>
        </p:nvSpPr>
        <p:spPr>
          <a:xfrm>
            <a:off x="8472600" y="4663080"/>
            <a:ext cx="544320" cy="3891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C4CD4DFD-9952-4645-84AC-C7E0A7B30A37}" type="slidenum">
              <a: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&lt;número&gt;</a:t>
            </a:fld>
            <a:endParaRPr b="0" lang="es-MX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5640" cy="855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del texto de título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4012200" cy="2979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85000" lnSpcReduction="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" name="PlaceHolder 3"/>
          <p:cNvSpPr>
            <a:spLocks noGrp="1"/>
          </p:cNvSpPr>
          <p:nvPr>
            <p:ph type="body"/>
          </p:nvPr>
        </p:nvSpPr>
        <p:spPr>
          <a:xfrm>
            <a:off x="4674240" y="1203480"/>
            <a:ext cx="4012200" cy="2979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85000" lnSpcReduction="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" name="PlaceHolder 4"/>
          <p:cNvSpPr>
            <a:spLocks noGrp="1"/>
          </p:cNvSpPr>
          <p:nvPr>
            <p:ph type="sldNum" idx="8"/>
          </p:nvPr>
        </p:nvSpPr>
        <p:spPr>
          <a:xfrm>
            <a:off x="8472600" y="4663080"/>
            <a:ext cx="544320" cy="3891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D06C6544-1204-4B5D-A2AC-22DBA90954D9}" type="slidenum">
              <a: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&lt;número&gt;</a:t>
            </a:fld>
            <a:endParaRPr b="0" lang="es-MX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5640" cy="855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del texto de título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" name="PlaceHolder 2"/>
          <p:cNvSpPr>
            <a:spLocks noGrp="1"/>
          </p:cNvSpPr>
          <p:nvPr>
            <p:ph type="sldNum" idx="9"/>
          </p:nvPr>
        </p:nvSpPr>
        <p:spPr>
          <a:xfrm>
            <a:off x="8472600" y="4663080"/>
            <a:ext cx="544320" cy="3891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5F5D9574-2480-4EB9-ABB0-A9E256487329}" type="slidenum">
              <a: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&lt;número&gt;</a:t>
            </a:fld>
            <a:endParaRPr b="0" lang="es-MX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entered Text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PlaceHolder 1"/>
          <p:cNvSpPr>
            <a:spLocks noGrp="1"/>
          </p:cNvSpPr>
          <p:nvPr>
            <p:ph type="sldNum" idx="10"/>
          </p:nvPr>
        </p:nvSpPr>
        <p:spPr>
          <a:xfrm>
            <a:off x="8472600" y="4663080"/>
            <a:ext cx="544320" cy="3891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10F40233-9065-4E0B-B748-9D46136B622F}" type="slidenum">
              <a: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&lt;número&gt;</a:t>
            </a:fld>
            <a:endParaRPr b="0" lang="es-MX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Tx" preserve="1">
  <p:cSld name="Title, 2 Content and Content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5640" cy="855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del texto de título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4012200" cy="1419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5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" name="PlaceHolder 3"/>
          <p:cNvSpPr>
            <a:spLocks noGrp="1"/>
          </p:cNvSpPr>
          <p:nvPr>
            <p:ph type="body"/>
          </p:nvPr>
        </p:nvSpPr>
        <p:spPr>
          <a:xfrm>
            <a:off x="4674240" y="1203480"/>
            <a:ext cx="4012200" cy="2979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85000" lnSpcReduction="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" name="PlaceHolder 4"/>
          <p:cNvSpPr>
            <a:spLocks noGrp="1"/>
          </p:cNvSpPr>
          <p:nvPr>
            <p:ph type="body"/>
          </p:nvPr>
        </p:nvSpPr>
        <p:spPr>
          <a:xfrm>
            <a:off x="457200" y="2761920"/>
            <a:ext cx="4012200" cy="1419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5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" name="PlaceHolder 5"/>
          <p:cNvSpPr>
            <a:spLocks noGrp="1"/>
          </p:cNvSpPr>
          <p:nvPr>
            <p:ph type="sldNum" idx="11"/>
          </p:nvPr>
        </p:nvSpPr>
        <p:spPr>
          <a:xfrm>
            <a:off x="8472600" y="4663080"/>
            <a:ext cx="544320" cy="3891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E274A1C1-B5BD-4570-9CB7-64324A189DC4}" type="slidenum">
              <a: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&lt;número&gt;</a:t>
            </a:fld>
            <a:endParaRPr b="0" lang="es-MX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AndTwoObj" preserve="1">
  <p:cSld name="Title Content and 2 Content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5640" cy="855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del texto de título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4012200" cy="2979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85000" lnSpcReduction="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" name="PlaceHolder 3"/>
          <p:cNvSpPr>
            <a:spLocks noGrp="1"/>
          </p:cNvSpPr>
          <p:nvPr>
            <p:ph type="body"/>
          </p:nvPr>
        </p:nvSpPr>
        <p:spPr>
          <a:xfrm>
            <a:off x="4674240" y="1203480"/>
            <a:ext cx="4012200" cy="1419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5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" name="PlaceHolder 4"/>
          <p:cNvSpPr>
            <a:spLocks noGrp="1"/>
          </p:cNvSpPr>
          <p:nvPr>
            <p:ph type="body"/>
          </p:nvPr>
        </p:nvSpPr>
        <p:spPr>
          <a:xfrm>
            <a:off x="4674240" y="2761920"/>
            <a:ext cx="4012200" cy="1419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5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7" name="PlaceHolder 5"/>
          <p:cNvSpPr>
            <a:spLocks noGrp="1"/>
          </p:cNvSpPr>
          <p:nvPr>
            <p:ph type="sldNum" idx="12"/>
          </p:nvPr>
        </p:nvSpPr>
        <p:spPr>
          <a:xfrm>
            <a:off x="8472600" y="4663080"/>
            <a:ext cx="544320" cy="3891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F64DEE1C-D73A-4376-B381-F542E57BE243}" type="slidenum">
              <a: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&lt;número&gt;</a:t>
            </a:fld>
            <a:endParaRPr b="0" lang="es-MX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Predeterminado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5640" cy="855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del texto de título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9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4012200" cy="1419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5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" name="PlaceHolder 3"/>
          <p:cNvSpPr>
            <a:spLocks noGrp="1"/>
          </p:cNvSpPr>
          <p:nvPr>
            <p:ph type="body"/>
          </p:nvPr>
        </p:nvSpPr>
        <p:spPr>
          <a:xfrm>
            <a:off x="4674240" y="1203480"/>
            <a:ext cx="4012200" cy="1419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5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1" name="PlaceHolder 4"/>
          <p:cNvSpPr>
            <a:spLocks noGrp="1"/>
          </p:cNvSpPr>
          <p:nvPr>
            <p:ph type="body"/>
          </p:nvPr>
        </p:nvSpPr>
        <p:spPr>
          <a:xfrm>
            <a:off x="457200" y="2761920"/>
            <a:ext cx="8225640" cy="1419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625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2" name="PlaceHolder 5"/>
          <p:cNvSpPr>
            <a:spLocks noGrp="1"/>
          </p:cNvSpPr>
          <p:nvPr>
            <p:ph type="sldNum" idx="13"/>
          </p:nvPr>
        </p:nvSpPr>
        <p:spPr>
          <a:xfrm>
            <a:off x="8472600" y="4663080"/>
            <a:ext cx="544320" cy="3891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EF3EDE91-46F4-4432-BDBC-19A808780B62}" type="slidenum">
              <a: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&lt;número&gt;</a:t>
            </a:fld>
            <a:endParaRPr b="0" lang="es-MX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Predeterminado 1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5640" cy="855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del texto de título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4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8225640" cy="1419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625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5" name="PlaceHolder 3"/>
          <p:cNvSpPr>
            <a:spLocks noGrp="1"/>
          </p:cNvSpPr>
          <p:nvPr>
            <p:ph type="body"/>
          </p:nvPr>
        </p:nvSpPr>
        <p:spPr>
          <a:xfrm>
            <a:off x="457200" y="2761920"/>
            <a:ext cx="8225640" cy="1419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625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6" name="PlaceHolder 4"/>
          <p:cNvSpPr>
            <a:spLocks noGrp="1"/>
          </p:cNvSpPr>
          <p:nvPr>
            <p:ph type="sldNum" idx="14"/>
          </p:nvPr>
        </p:nvSpPr>
        <p:spPr>
          <a:xfrm>
            <a:off x="8472600" y="4663080"/>
            <a:ext cx="544320" cy="3891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E7F7D0BC-E248-4448-9C7E-02AFD6C583C4}" type="slidenum">
              <a: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&lt;número&gt;</a:t>
            </a:fld>
            <a:endParaRPr b="0" lang="es-MX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Predeterminado 2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5640" cy="855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del texto de título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8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4012200" cy="1419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5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9" name="PlaceHolder 3"/>
          <p:cNvSpPr>
            <a:spLocks noGrp="1"/>
          </p:cNvSpPr>
          <p:nvPr>
            <p:ph type="body"/>
          </p:nvPr>
        </p:nvSpPr>
        <p:spPr>
          <a:xfrm>
            <a:off x="4674240" y="1203480"/>
            <a:ext cx="4012200" cy="1419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5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0" name="PlaceHolder 4"/>
          <p:cNvSpPr>
            <a:spLocks noGrp="1"/>
          </p:cNvSpPr>
          <p:nvPr>
            <p:ph type="body"/>
          </p:nvPr>
        </p:nvSpPr>
        <p:spPr>
          <a:xfrm>
            <a:off x="457200" y="2761920"/>
            <a:ext cx="4012200" cy="1419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5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1" name="PlaceHolder 5"/>
          <p:cNvSpPr>
            <a:spLocks noGrp="1"/>
          </p:cNvSpPr>
          <p:nvPr>
            <p:ph type="body"/>
          </p:nvPr>
        </p:nvSpPr>
        <p:spPr>
          <a:xfrm>
            <a:off x="4674240" y="2761920"/>
            <a:ext cx="4012200" cy="1419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5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2" name="PlaceHolder 6"/>
          <p:cNvSpPr>
            <a:spLocks noGrp="1"/>
          </p:cNvSpPr>
          <p:nvPr>
            <p:ph type="sldNum" idx="15"/>
          </p:nvPr>
        </p:nvSpPr>
        <p:spPr>
          <a:xfrm>
            <a:off x="8472600" y="4663080"/>
            <a:ext cx="544320" cy="3891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3CB811FB-1573-4395-B55E-7AF3CFB5A9D2}" type="slidenum">
              <a: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&lt;número&gt;</a:t>
            </a:fld>
            <a:endParaRPr b="0" lang="es-MX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Predeterminado 3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5640" cy="855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del texto de título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4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2646000" cy="1419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5" name="PlaceHolder 3"/>
          <p:cNvSpPr>
            <a:spLocks noGrp="1"/>
          </p:cNvSpPr>
          <p:nvPr>
            <p:ph type="body"/>
          </p:nvPr>
        </p:nvSpPr>
        <p:spPr>
          <a:xfrm>
            <a:off x="3239640" y="1203480"/>
            <a:ext cx="2646000" cy="1419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6" name="PlaceHolder 4"/>
          <p:cNvSpPr>
            <a:spLocks noGrp="1"/>
          </p:cNvSpPr>
          <p:nvPr>
            <p:ph type="body"/>
          </p:nvPr>
        </p:nvSpPr>
        <p:spPr>
          <a:xfrm>
            <a:off x="6022080" y="1203480"/>
            <a:ext cx="2646000" cy="1419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7" name="PlaceHolder 5"/>
          <p:cNvSpPr>
            <a:spLocks noGrp="1"/>
          </p:cNvSpPr>
          <p:nvPr>
            <p:ph type="body"/>
          </p:nvPr>
        </p:nvSpPr>
        <p:spPr>
          <a:xfrm>
            <a:off x="457200" y="2761920"/>
            <a:ext cx="2646000" cy="1419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8" name="PlaceHolder 6"/>
          <p:cNvSpPr>
            <a:spLocks noGrp="1"/>
          </p:cNvSpPr>
          <p:nvPr>
            <p:ph type="body"/>
          </p:nvPr>
        </p:nvSpPr>
        <p:spPr>
          <a:xfrm>
            <a:off x="3239640" y="2761920"/>
            <a:ext cx="2646000" cy="1419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9" name="PlaceHolder 7"/>
          <p:cNvSpPr>
            <a:spLocks noGrp="1"/>
          </p:cNvSpPr>
          <p:nvPr>
            <p:ph type="body"/>
          </p:nvPr>
        </p:nvSpPr>
        <p:spPr>
          <a:xfrm>
            <a:off x="6022080" y="2761920"/>
            <a:ext cx="2646000" cy="1419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0" name="PlaceHolder 8"/>
          <p:cNvSpPr>
            <a:spLocks noGrp="1"/>
          </p:cNvSpPr>
          <p:nvPr>
            <p:ph type="sldNum" idx="16"/>
          </p:nvPr>
        </p:nvSpPr>
        <p:spPr>
          <a:xfrm>
            <a:off x="8472600" y="4663080"/>
            <a:ext cx="544320" cy="3891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E2CE39BE-16DA-4026-B7A1-DEA6E03E1EF8}" type="slidenum">
              <a: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&lt;número&gt;</a:t>
            </a:fld>
            <a:endParaRPr b="0" lang="es-MX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Predeterminado 4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PlaceHolder 1"/>
          <p:cNvSpPr>
            <a:spLocks noGrp="1"/>
          </p:cNvSpPr>
          <p:nvPr>
            <p:ph type="sldNum" idx="17"/>
          </p:nvPr>
        </p:nvSpPr>
        <p:spPr>
          <a:xfrm>
            <a:off x="8472600" y="4663080"/>
            <a:ext cx="544320" cy="3891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FBD84319-7679-4F18-9CCD-57C8BE426DC7}" type="slidenum">
              <a: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&lt;número&gt;</a:t>
            </a:fld>
            <a:endParaRPr b="0" lang="es-MX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2" name="PlaceHolder 2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6000" cy="855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s-MX" sz="4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del texto de título</a:t>
            </a:r>
            <a:endParaRPr b="0" lang="es-MX" sz="4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3" name="PlaceHolder 3"/>
          <p:cNvSpPr>
            <a:spLocks noGrp="1"/>
          </p:cNvSpPr>
          <p:nvPr>
            <p:ph type="body"/>
          </p:nvPr>
        </p:nvSpPr>
        <p:spPr>
          <a:xfrm>
            <a:off x="457200" y="1203480"/>
            <a:ext cx="8226000" cy="2979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92500" lnSpcReduction="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32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2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2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1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Predeterminado 5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5640" cy="855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del texto de título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5" name="PlaceHolder 2"/>
          <p:cNvSpPr>
            <a:spLocks noGrp="1"/>
          </p:cNvSpPr>
          <p:nvPr>
            <p:ph type="sldNum" idx="18"/>
          </p:nvPr>
        </p:nvSpPr>
        <p:spPr>
          <a:xfrm>
            <a:off x="8472600" y="4663080"/>
            <a:ext cx="544320" cy="3891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E72A0499-E5C0-421B-898F-651F6C28551D}" type="slidenum">
              <a: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&lt;número&gt;</a:t>
            </a:fld>
            <a:endParaRPr b="0" lang="es-MX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Predeterminado 6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5640" cy="855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del texto de título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7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8225640" cy="2979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8" name="PlaceHolder 3"/>
          <p:cNvSpPr>
            <a:spLocks noGrp="1"/>
          </p:cNvSpPr>
          <p:nvPr>
            <p:ph type="sldNum" idx="19"/>
          </p:nvPr>
        </p:nvSpPr>
        <p:spPr>
          <a:xfrm>
            <a:off x="8472600" y="4663080"/>
            <a:ext cx="544320" cy="3891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5A547C55-D716-4C9A-8D1B-EFAC26226A52}" type="slidenum">
              <a: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&lt;número&gt;</a:t>
            </a:fld>
            <a:endParaRPr b="0" lang="es-MX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2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Predeterminado 7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5640" cy="855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del texto de título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0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4012200" cy="2979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85000" lnSpcReduction="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1" name="PlaceHolder 3"/>
          <p:cNvSpPr>
            <a:spLocks noGrp="1"/>
          </p:cNvSpPr>
          <p:nvPr>
            <p:ph type="body"/>
          </p:nvPr>
        </p:nvSpPr>
        <p:spPr>
          <a:xfrm>
            <a:off x="4674240" y="1203480"/>
            <a:ext cx="4012200" cy="2979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85000" lnSpcReduction="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2" name="PlaceHolder 4"/>
          <p:cNvSpPr>
            <a:spLocks noGrp="1"/>
          </p:cNvSpPr>
          <p:nvPr>
            <p:ph type="sldNum" idx="20"/>
          </p:nvPr>
        </p:nvSpPr>
        <p:spPr>
          <a:xfrm>
            <a:off x="8472600" y="4663080"/>
            <a:ext cx="544320" cy="3891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3782239C-5443-411C-B63D-C74197BE04A3}" type="slidenum">
              <a: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&lt;número&gt;</a:t>
            </a:fld>
            <a:endParaRPr b="0" lang="es-MX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2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Predeterminado 8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5640" cy="855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del texto de título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4" name="PlaceHolder 2"/>
          <p:cNvSpPr>
            <a:spLocks noGrp="1"/>
          </p:cNvSpPr>
          <p:nvPr>
            <p:ph type="sldNum" idx="21"/>
          </p:nvPr>
        </p:nvSpPr>
        <p:spPr>
          <a:xfrm>
            <a:off x="8472600" y="4663080"/>
            <a:ext cx="544320" cy="3891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D99F4906-26F2-481A-B41E-FE4AB23BE480}" type="slidenum">
              <a: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&lt;número&gt;</a:t>
            </a:fld>
            <a:endParaRPr b="0" lang="es-MX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2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Predeterminado 9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PlaceHolder 1"/>
          <p:cNvSpPr>
            <a:spLocks noGrp="1"/>
          </p:cNvSpPr>
          <p:nvPr>
            <p:ph type="sldNum" idx="22"/>
          </p:nvPr>
        </p:nvSpPr>
        <p:spPr>
          <a:xfrm>
            <a:off x="8472600" y="4663080"/>
            <a:ext cx="544320" cy="3891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56A35FEE-9C8C-4F01-9DD2-3BE815359C93}" type="slidenum">
              <a: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&lt;número&gt;</a:t>
            </a:fld>
            <a:endParaRPr b="0" lang="es-MX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2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Tx" preserve="1">
  <p:cSld name="Predeterminado 10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5640" cy="855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del texto de título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7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4012200" cy="1419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5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8" name="PlaceHolder 3"/>
          <p:cNvSpPr>
            <a:spLocks noGrp="1"/>
          </p:cNvSpPr>
          <p:nvPr>
            <p:ph type="body"/>
          </p:nvPr>
        </p:nvSpPr>
        <p:spPr>
          <a:xfrm>
            <a:off x="4674240" y="1203480"/>
            <a:ext cx="4012200" cy="2979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85000" lnSpcReduction="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9" name="PlaceHolder 4"/>
          <p:cNvSpPr>
            <a:spLocks noGrp="1"/>
          </p:cNvSpPr>
          <p:nvPr>
            <p:ph type="body"/>
          </p:nvPr>
        </p:nvSpPr>
        <p:spPr>
          <a:xfrm>
            <a:off x="457200" y="2761920"/>
            <a:ext cx="4012200" cy="1419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5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0" name="PlaceHolder 5"/>
          <p:cNvSpPr>
            <a:spLocks noGrp="1"/>
          </p:cNvSpPr>
          <p:nvPr>
            <p:ph type="sldNum" idx="23"/>
          </p:nvPr>
        </p:nvSpPr>
        <p:spPr>
          <a:xfrm>
            <a:off x="8472600" y="4663080"/>
            <a:ext cx="544320" cy="3891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B6D02F13-D9B9-4F98-820D-7D0033BE6C70}" type="slidenum">
              <a: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&lt;número&gt;</a:t>
            </a:fld>
            <a:endParaRPr b="0" lang="es-MX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2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AndTwoObj" preserve="1">
  <p:cSld name="Predeterminado 11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5640" cy="855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del texto de título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2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4012200" cy="2979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85000" lnSpcReduction="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3" name="PlaceHolder 3"/>
          <p:cNvSpPr>
            <a:spLocks noGrp="1"/>
          </p:cNvSpPr>
          <p:nvPr>
            <p:ph type="body"/>
          </p:nvPr>
        </p:nvSpPr>
        <p:spPr>
          <a:xfrm>
            <a:off x="4674240" y="1203480"/>
            <a:ext cx="4012200" cy="1419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5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4" name="PlaceHolder 4"/>
          <p:cNvSpPr>
            <a:spLocks noGrp="1"/>
          </p:cNvSpPr>
          <p:nvPr>
            <p:ph type="body"/>
          </p:nvPr>
        </p:nvSpPr>
        <p:spPr>
          <a:xfrm>
            <a:off x="4674240" y="2761920"/>
            <a:ext cx="4012200" cy="1419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5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5" name="PlaceHolder 5"/>
          <p:cNvSpPr>
            <a:spLocks noGrp="1"/>
          </p:cNvSpPr>
          <p:nvPr>
            <p:ph type="sldNum" idx="24"/>
          </p:nvPr>
        </p:nvSpPr>
        <p:spPr>
          <a:xfrm>
            <a:off x="8472600" y="4663080"/>
            <a:ext cx="544320" cy="3891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CB965CFE-FA3C-4BE2-A7A5-3C601974274E}" type="slidenum">
              <a: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&lt;número&gt;</a:t>
            </a:fld>
            <a:endParaRPr b="0" lang="es-MX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2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1_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sldNum" idx="25"/>
          </p:nvPr>
        </p:nvSpPr>
        <p:spPr/>
        <p:txBody>
          <a:bodyPr/>
          <a:p>
            <a:fld id="{EFBC9CE3-EF49-4E79-B928-A65615E49C10}" type="slidenum">
              <a:t>&lt;#&gt;</a:t>
            </a:fld>
          </a:p>
        </p:txBody>
      </p:sp>
    </p:spTree>
  </p:cSld>
</p:sldLayout>
</file>

<file path=ppt/slideLayouts/slideLayout2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sldNum" idx="26"/>
          </p:nvPr>
        </p:nvSpPr>
        <p:spPr/>
        <p:txBody>
          <a:bodyPr/>
          <a:p>
            <a:fld id="{BF4C7C26-4FD6-410B-9667-878F25E09EA7}" type="slidenum">
              <a:t>&lt;#&gt;</a:t>
            </a:fld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<Relationship Id="rId13" Type="http://schemas.openxmlformats.org/officeDocument/2006/relationships/slideLayout" Target="../slideLayouts/slideLayout12.xml"/>
</Relationships>
</file>

<file path=ppt/slideMasters/_rels/slideMaster13.xml.rels><?xml version="1.0" encoding="UTF-8"?>
<Relationships xmlns="http://schemas.openxmlformats.org/package/2006/relationships"><Relationship Id="rId1" Type="http://schemas.openxmlformats.org/officeDocument/2006/relationships/theme" Target="../theme/theme2.xml"/><Relationship Id="rId2" Type="http://schemas.openxmlformats.org/officeDocument/2006/relationships/slideLayout" Target="../slideLayouts/slideLayout13.xml"/><Relationship Id="rId3" Type="http://schemas.openxmlformats.org/officeDocument/2006/relationships/slideLayout" Target="../slideLayouts/slideLayout14.xml"/><Relationship Id="rId4" Type="http://schemas.openxmlformats.org/officeDocument/2006/relationships/slideLayout" Target="../slideLayouts/slideLayout15.xml"/><Relationship Id="rId5" Type="http://schemas.openxmlformats.org/officeDocument/2006/relationships/slideLayout" Target="../slideLayouts/slideLayout16.xml"/><Relationship Id="rId6" Type="http://schemas.openxmlformats.org/officeDocument/2006/relationships/slideLayout" Target="../slideLayouts/slideLayout17.xml"/><Relationship Id="rId7" Type="http://schemas.openxmlformats.org/officeDocument/2006/relationships/slideLayout" Target="../slideLayouts/slideLayout18.xml"/><Relationship Id="rId8" Type="http://schemas.openxmlformats.org/officeDocument/2006/relationships/slideLayout" Target="../slideLayouts/slideLayout19.xml"/><Relationship Id="rId9" Type="http://schemas.openxmlformats.org/officeDocument/2006/relationships/slideLayout" Target="../slideLayouts/slideLayout20.xml"/><Relationship Id="rId10" Type="http://schemas.openxmlformats.org/officeDocument/2006/relationships/slideLayout" Target="../slideLayouts/slideLayout21.xml"/><Relationship Id="rId11" Type="http://schemas.openxmlformats.org/officeDocument/2006/relationships/slideLayout" Target="../slideLayouts/slideLayout22.xml"/><Relationship Id="rId12" Type="http://schemas.openxmlformats.org/officeDocument/2006/relationships/slideLayout" Target="../slideLayouts/slideLayout23.xml"/><Relationship Id="rId13" Type="http://schemas.openxmlformats.org/officeDocument/2006/relationships/slideLayout" Target="../slideLayouts/slideLayout24.xml"/>
</Relationships>
</file>

<file path=ppt/slideMasters/_rels/slideMaster25.xml.rels><?xml version="1.0" encoding="UTF-8"?>
<Relationships xmlns="http://schemas.openxmlformats.org/package/2006/relationships"><Relationship Id="rId1" Type="http://schemas.openxmlformats.org/officeDocument/2006/relationships/theme" Target="../theme/theme3.xml"/><Relationship Id="rId2" Type="http://schemas.openxmlformats.org/officeDocument/2006/relationships/slideLayout" Target="../slideLayouts/slideLayout25.xml"/>
</Relationships>
</file>

<file path=ppt/slideMasters/_rels/slideMaster26.xml.rels><?xml version="1.0" encoding="UTF-8"?>
<Relationships xmlns="http://schemas.openxmlformats.org/package/2006/relationships"><Relationship Id="rId1" Type="http://schemas.openxmlformats.org/officeDocument/2006/relationships/theme" Target="../theme/theme4.xml"/><Relationship Id="rId2" Type="http://schemas.openxmlformats.org/officeDocument/2006/relationships/slideLayout" Target="../slideLayouts/slideLayout26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</p:sldLayoutIdLst>
</p:sldMaster>
</file>

<file path=ppt/slideMasters/slideMaster13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</p:sldLayoutIdLst>
</p:sldMaster>
</file>

<file path=ppt/slideMasters/slideMaster25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PlaceHolder 1"/>
          <p:cNvSpPr>
            <a:spLocks noGrp="1"/>
          </p:cNvSpPr>
          <p:nvPr>
            <p:ph type="sldNum" idx="25"/>
          </p:nvPr>
        </p:nvSpPr>
        <p:spPr>
          <a:xfrm>
            <a:off x="8472600" y="4663080"/>
            <a:ext cx="542160" cy="387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6DB9B8C1-E057-444D-9FB2-C64CE1587312}" type="slidenum">
              <a: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&lt;número&gt;</a:t>
            </a:fld>
            <a:endParaRPr b="0" lang="es-MX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7" name="PlaceHolder 2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s-MX" sz="4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del texto de título</a:t>
            </a:r>
            <a:endParaRPr b="0" lang="es-MX" sz="4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8" name="PlaceHolder 3"/>
          <p:cNvSpPr>
            <a:spLocks noGrp="1"/>
          </p:cNvSpPr>
          <p:nvPr>
            <p:ph type="body"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lnSpcReduction="9999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32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2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2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75" r:id="rId2"/>
  </p:sldLayoutIdLst>
</p:sldMaster>
</file>

<file path=ppt/slideMasters/slideMaster26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PlaceHolder 1"/>
          <p:cNvSpPr>
            <a:spLocks noGrp="1"/>
          </p:cNvSpPr>
          <p:nvPr>
            <p:ph type="sldNum" idx="26"/>
          </p:nvPr>
        </p:nvSpPr>
        <p:spPr>
          <a:xfrm>
            <a:off x="8472600" y="4663080"/>
            <a:ext cx="541440" cy="386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143E4C6E-66BF-4FFF-8D0F-243399BDB591}" type="slidenum">
              <a: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&lt;número&gt;</a:t>
            </a:fld>
            <a:endParaRPr b="0" lang="es-MX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0" name="PlaceHolder 2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s-MX" sz="4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del texto de título</a:t>
            </a:r>
            <a:endParaRPr b="0" lang="es-MX" sz="4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1" name="PlaceHolder 3"/>
          <p:cNvSpPr>
            <a:spLocks noGrp="1"/>
          </p:cNvSpPr>
          <p:nvPr>
            <p:ph type="body"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lnSpcReduction="9999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32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2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2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77" r:id="rId2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7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25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26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17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slideLayout" Target="../slideLayouts/slideLayout17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image" Target="../media/image5.png"/><Relationship Id="rId2" Type="http://schemas.openxmlformats.org/officeDocument/2006/relationships/slideLayout" Target="../slideLayouts/slideLayout17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image" Target="../media/image6.png"/><Relationship Id="rId2" Type="http://schemas.openxmlformats.org/officeDocument/2006/relationships/image" Target="../media/image1.png"/><Relationship Id="rId3" Type="http://schemas.openxmlformats.org/officeDocument/2006/relationships/slideLayout" Target="../slideLayouts/slideLayout17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8f6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PlaceHolder 1"/>
          <p:cNvSpPr>
            <a:spLocks noGrp="1"/>
          </p:cNvSpPr>
          <p:nvPr>
            <p:ph type="title"/>
          </p:nvPr>
        </p:nvSpPr>
        <p:spPr>
          <a:xfrm>
            <a:off x="64080" y="638280"/>
            <a:ext cx="8516160" cy="2165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91440" anchor="t">
            <a:noAutofit/>
          </a:bodyPr>
          <a:p>
            <a:pPr indent="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en" sz="6000" strike="noStrike" u="none">
                <a:solidFill>
                  <a:srgbClr val="1a1a1a"/>
                </a:solidFill>
                <a:effectLst/>
                <a:uFillTx/>
                <a:latin typeface="Inter ExtraBold"/>
                <a:ea typeface="Inter ExtraBold"/>
              </a:rPr>
              <a:t>Webinar 15 - Sprint 5</a:t>
            </a:r>
            <a:br>
              <a:rPr sz="6000"/>
            </a:br>
            <a:br>
              <a:rPr sz="2000"/>
            </a:br>
            <a:r>
              <a:rPr b="0" lang="en" sz="4800" strike="noStrike" u="none">
                <a:solidFill>
                  <a:srgbClr val="666666"/>
                </a:solidFill>
                <a:effectLst/>
                <a:uFillTx/>
                <a:latin typeface="Inter ExtraBold"/>
                <a:ea typeface="Inter ExtraBold"/>
              </a:rPr>
              <a:t> Prepara y estructura datos con Python I</a:t>
            </a:r>
            <a:endParaRPr b="0" lang="es-MX" sz="4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03" name="Google Shape;34;p14" descr=""/>
          <p:cNvPicPr/>
          <p:nvPr/>
        </p:nvPicPr>
        <p:blipFill>
          <a:blip r:embed="rId1"/>
          <a:stretch/>
        </p:blipFill>
        <p:spPr>
          <a:xfrm>
            <a:off x="228600" y="228600"/>
            <a:ext cx="862560" cy="1900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04" name="PlaceHolder 2"/>
          <p:cNvSpPr>
            <a:spLocks noGrp="1"/>
          </p:cNvSpPr>
          <p:nvPr>
            <p:ph type="subTitle"/>
          </p:nvPr>
        </p:nvSpPr>
        <p:spPr>
          <a:xfrm>
            <a:off x="152280" y="3202200"/>
            <a:ext cx="8682480" cy="3162240"/>
          </a:xfrm>
          <a:prstGeom prst="rect">
            <a:avLst/>
          </a:prstGeom>
          <a:noFill/>
          <a:ln w="0">
            <a:noFill/>
          </a:ln>
        </p:spPr>
        <p:txBody>
          <a:bodyPr lIns="0" rIns="0" tIns="91440" bIns="9144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fld id="{9E83FCCB-9DCA-4A71-838B-811473202D6C}" type="datetime5">
              <a:rPr b="0" lang="en" sz="1200" strike="noStrike" u="none">
                <a:solidFill>
                  <a:srgbClr val="2a2a2a"/>
                </a:solidFill>
                <a:effectLst/>
                <a:uFillTx/>
                <a:latin typeface="Inter Medium"/>
                <a:ea typeface="Inter Medium"/>
              </a:rPr>
              <a:t>Nov 17, 2025</a:t>
            </a:fld>
            <a:endParaRPr b="0" lang="es-MX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65bd8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5" name="Google Shape;240;p 1" descr=""/>
          <p:cNvPicPr/>
          <p:nvPr/>
        </p:nvPicPr>
        <p:blipFill>
          <a:blip r:embed="rId1"/>
          <a:stretch/>
        </p:blipFill>
        <p:spPr>
          <a:xfrm>
            <a:off x="228600" y="228600"/>
            <a:ext cx="860400" cy="1879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06" name="PlaceHolder 1"/>
          <p:cNvSpPr>
            <a:spLocks noGrp="1"/>
          </p:cNvSpPr>
          <p:nvPr>
            <p:ph type="title"/>
          </p:nvPr>
        </p:nvSpPr>
        <p:spPr>
          <a:xfrm>
            <a:off x="322920" y="817560"/>
            <a:ext cx="6131880" cy="1852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t">
            <a:spAutoFit/>
          </a:bodyPr>
          <a:p>
            <a:pPr indent="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es-ES" sz="6000" strike="noStrike" u="none">
                <a:solidFill>
                  <a:srgbClr val="1a1a1a"/>
                </a:solidFill>
                <a:effectLst/>
                <a:uFillTx/>
                <a:latin typeface="Inter ExtraBold"/>
                <a:ea typeface="Inter ExtraBold"/>
              </a:rPr>
              <a:t>Midamos los ánimos</a:t>
            </a:r>
            <a:endParaRPr b="0" lang="es-MX" sz="6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PlaceHolder 7"/>
          <p:cNvSpPr/>
          <p:nvPr/>
        </p:nvSpPr>
        <p:spPr>
          <a:xfrm>
            <a:off x="180000" y="540000"/>
            <a:ext cx="8454240" cy="1799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spAutoFit/>
          </a:bodyPr>
          <a:p>
            <a:pPr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tabLst>
                <a:tab algn="l" pos="0"/>
              </a:tabLst>
            </a:pPr>
            <a:r>
              <a:rPr b="0" lang="en" sz="3200" strike="noStrike" u="none">
                <a:solidFill>
                  <a:srgbClr val="1a1a1a"/>
                </a:solidFill>
                <a:effectLst/>
                <a:uFillTx/>
                <a:latin typeface="Inter ExtraBold"/>
                <a:ea typeface="Inter ExtraBold"/>
              </a:rPr>
              <a:t>¿Cómo llegas hoy a la sesión?</a:t>
            </a:r>
            <a:br>
              <a:rPr sz="3200"/>
            </a:br>
            <a:r>
              <a:rPr b="0" lang="en" sz="2600" strike="noStrike" u="none">
                <a:solidFill>
                  <a:srgbClr val="666666"/>
                </a:solidFill>
                <a:effectLst/>
                <a:uFillTx/>
                <a:latin typeface="Inter ExtraBold"/>
                <a:ea typeface="Inter ExtraBold"/>
              </a:rPr>
              <a:t>Reacciona en la llamada</a:t>
            </a:r>
            <a:endParaRPr b="0" lang="es-MX" sz="2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tabLst>
                <a:tab algn="l" pos="0"/>
              </a:tabLst>
            </a:pPr>
            <a:endParaRPr b="0" lang="es-MX" sz="4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08" name="Google Shape;49;p 2" descr=""/>
          <p:cNvPicPr/>
          <p:nvPr/>
        </p:nvPicPr>
        <p:blipFill>
          <a:blip r:embed="rId1"/>
          <a:stretch/>
        </p:blipFill>
        <p:spPr>
          <a:xfrm>
            <a:off x="228600" y="228600"/>
            <a:ext cx="859680" cy="1872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09" name=""/>
          <p:cNvSpPr/>
          <p:nvPr/>
        </p:nvSpPr>
        <p:spPr>
          <a:xfrm>
            <a:off x="288000" y="1944000"/>
            <a:ext cx="1974240" cy="2683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spAutoFit/>
          </a:bodyPr>
          <a:p>
            <a:pPr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b="0" lang="es-MX" sz="8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👏</a:t>
            </a:r>
            <a:endParaRPr b="0" lang="es-MX" sz="8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b="1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Emocionado con el tema de hoy, ya lo conocía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0" name=""/>
          <p:cNvSpPr/>
          <p:nvPr/>
        </p:nvSpPr>
        <p:spPr>
          <a:xfrm>
            <a:off x="2664000" y="1944000"/>
            <a:ext cx="1974240" cy="2961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spAutoFit/>
          </a:bodyPr>
          <a:p>
            <a:pPr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b="0" lang="es-MX" sz="8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👍</a:t>
            </a:r>
            <a:endParaRPr b="0" lang="es-MX" sz="8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b="1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Tema nuevo para mi pero con ganas de aprender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b="0" lang="es-MX" sz="1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1" name=""/>
          <p:cNvSpPr/>
          <p:nvPr/>
        </p:nvSpPr>
        <p:spPr>
          <a:xfrm>
            <a:off x="2664000" y="1944360"/>
            <a:ext cx="1974240" cy="2961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spAutoFit/>
          </a:bodyPr>
          <a:p>
            <a:pPr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b="0" lang="es-MX" sz="8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👍</a:t>
            </a:r>
            <a:endParaRPr b="0" lang="es-MX" sz="8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b="1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Tema nuevo para mi pero con ganas de aprender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b="0" lang="es-MX" sz="1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2" name=""/>
          <p:cNvSpPr/>
          <p:nvPr/>
        </p:nvSpPr>
        <p:spPr>
          <a:xfrm>
            <a:off x="4968000" y="1944720"/>
            <a:ext cx="1974240" cy="2683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spAutoFit/>
          </a:bodyPr>
          <a:p>
            <a:pPr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b="0" lang="es-MX" sz="8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😮</a:t>
            </a:r>
            <a:endParaRPr b="0" lang="es-MX" sz="8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b="1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Tema nuevo y hoy deseo aclarar mis dudas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3" name=""/>
          <p:cNvSpPr/>
          <p:nvPr/>
        </p:nvSpPr>
        <p:spPr>
          <a:xfrm>
            <a:off x="6948000" y="1945080"/>
            <a:ext cx="1974240" cy="2683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spAutoFit/>
          </a:bodyPr>
          <a:p>
            <a:pPr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b="0" lang="es-MX" sz="8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😵‍💫</a:t>
            </a:r>
            <a:endParaRPr b="0" lang="es-MX" sz="8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b="1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Apenas voy comenzando el tema y es nuevo para mi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2f1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PlaceHolder 1"/>
          <p:cNvSpPr>
            <a:spLocks noGrp="1"/>
          </p:cNvSpPr>
          <p:nvPr>
            <p:ph type="subTitle"/>
          </p:nvPr>
        </p:nvSpPr>
        <p:spPr>
          <a:xfrm>
            <a:off x="152280" y="1440000"/>
            <a:ext cx="8516160" cy="3383280"/>
          </a:xfrm>
          <a:prstGeom prst="rect">
            <a:avLst/>
          </a:prstGeom>
          <a:noFill/>
          <a:ln w="0">
            <a:noFill/>
          </a:ln>
        </p:spPr>
        <p:txBody>
          <a:bodyPr lIns="0" rIns="0" tIns="91440" bIns="91440" anchor="b">
            <a:noAutofit/>
          </a:bodyPr>
          <a:p>
            <a:pPr>
              <a:lnSpc>
                <a:spcPct val="100000"/>
              </a:lnSpc>
            </a:pPr>
            <a:endParaRPr b="0" lang="es-MX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b="0" lang="es-MX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380880">
              <a:lnSpc>
                <a:spcPct val="100000"/>
              </a:lnSpc>
              <a:buClr>
                <a:srgbClr val="1a1a1a"/>
              </a:buClr>
              <a:buFont typeface="Inter"/>
              <a:buAutoNum type="arabicPeriod"/>
            </a:pPr>
            <a:r>
              <a:rPr b="0" lang="es-CO" sz="2100" strike="noStrike" u="none">
                <a:solidFill>
                  <a:srgbClr val="1a1a1a"/>
                </a:solidFill>
                <a:effectLst/>
                <a:uFillTx/>
                <a:latin typeface="Inter"/>
                <a:ea typeface="Inter"/>
              </a:rPr>
              <a:t>Bienvenida ( 10 min)</a:t>
            </a:r>
            <a:endParaRPr b="0" lang="es-MX" sz="2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432000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CO" sz="2100" strike="noStrike" u="none">
                <a:solidFill>
                  <a:srgbClr val="1a1a1a"/>
                </a:solidFill>
                <a:effectLst/>
                <a:uFillTx/>
                <a:latin typeface="Inter"/>
                <a:ea typeface="Inter"/>
              </a:rPr>
              <a:t>La sesión del Jueves 20 se mueve para el miércoles 19 a las 8 PM CDMX</a:t>
            </a:r>
            <a:endParaRPr b="0" lang="es-MX" sz="2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380880">
              <a:lnSpc>
                <a:spcPct val="100000"/>
              </a:lnSpc>
              <a:buClr>
                <a:srgbClr val="1a1a1a"/>
              </a:buClr>
              <a:buFont typeface="Inter"/>
              <a:buAutoNum type="arabicPeriod"/>
            </a:pPr>
            <a:r>
              <a:rPr b="0" lang="es-CO" sz="2100" strike="noStrike" u="none">
                <a:solidFill>
                  <a:srgbClr val="1a1a1a"/>
                </a:solidFill>
                <a:effectLst/>
                <a:uFillTx/>
                <a:latin typeface="Inter"/>
                <a:ea typeface="Inter"/>
              </a:rPr>
              <a:t>Introducción a python 🐍  (90 min)</a:t>
            </a:r>
            <a:endParaRPr b="0" lang="es-MX" sz="2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648000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CO" sz="2100" strike="noStrike" u="none">
                <a:solidFill>
                  <a:srgbClr val="1a1a1a"/>
                </a:solidFill>
                <a:effectLst/>
                <a:uFillTx/>
                <a:latin typeface="Inter"/>
                <a:ea typeface="Inter"/>
              </a:rPr>
              <a:t>Jupyter notebooks 📖🪐</a:t>
            </a:r>
            <a:endParaRPr b="0" lang="es-MX" sz="2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648000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CO" sz="2100" strike="noStrike" u="none">
                <a:solidFill>
                  <a:srgbClr val="1a1a1a"/>
                </a:solidFill>
                <a:effectLst/>
                <a:uFillTx/>
                <a:latin typeface="Inter"/>
                <a:ea typeface="Inter"/>
              </a:rPr>
              <a:t>Ejecutar nuestro primer código en python 💻🐍</a:t>
            </a:r>
            <a:endParaRPr b="0" lang="es-MX" sz="2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648000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CO" sz="2100" strike="noStrike" u="none">
                <a:solidFill>
                  <a:srgbClr val="1a1a1a"/>
                </a:solidFill>
                <a:effectLst/>
                <a:uFillTx/>
                <a:latin typeface="Inter"/>
                <a:ea typeface="Inter"/>
              </a:rPr>
              <a:t>Pandas para análisis de datos 🐼</a:t>
            </a:r>
            <a:endParaRPr b="0" lang="es-MX" sz="2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38088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1a1a1a"/>
              </a:buClr>
              <a:buFont typeface="Inter"/>
              <a:buAutoNum type="arabicPeriod"/>
            </a:pPr>
            <a:r>
              <a:rPr b="0" lang="en" sz="2100" strike="noStrike" u="none">
                <a:solidFill>
                  <a:srgbClr val="1a1a1a"/>
                </a:solidFill>
                <a:effectLst/>
                <a:uFillTx/>
                <a:latin typeface="Inter"/>
                <a:ea typeface="Inter"/>
              </a:rPr>
              <a:t>🤔  Reflexión y discusión: ¿Qué aprendimos en esta sesión? (10min)</a:t>
            </a:r>
            <a:endParaRPr b="0" lang="es-MX" sz="2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15" name="Google Shape;49;p16" descr=""/>
          <p:cNvPicPr/>
          <p:nvPr/>
        </p:nvPicPr>
        <p:blipFill>
          <a:blip r:embed="rId1"/>
          <a:stretch/>
        </p:blipFill>
        <p:spPr>
          <a:xfrm>
            <a:off x="228600" y="228600"/>
            <a:ext cx="862560" cy="1900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16" name="PlaceHolder 2"/>
          <p:cNvSpPr>
            <a:spLocks noGrp="1"/>
          </p:cNvSpPr>
          <p:nvPr>
            <p:ph type="title"/>
          </p:nvPr>
        </p:nvSpPr>
        <p:spPr>
          <a:xfrm>
            <a:off x="96840" y="424800"/>
            <a:ext cx="8516160" cy="1037880"/>
          </a:xfrm>
          <a:prstGeom prst="rect">
            <a:avLst/>
          </a:prstGeom>
          <a:noFill/>
          <a:ln w="0">
            <a:noFill/>
          </a:ln>
        </p:spPr>
        <p:txBody>
          <a:bodyPr lIns="0" rIns="0" tIns="91440" bIns="91440" anchor="t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" sz="4000" strike="noStrike" u="none">
                <a:solidFill>
                  <a:srgbClr val="1a1a1a"/>
                </a:solidFill>
                <a:effectLst/>
                <a:uFillTx/>
                <a:latin typeface="Inter ExtraBold"/>
                <a:ea typeface="Inter ExtraBold"/>
              </a:rPr>
              <a:t>Agenda</a:t>
            </a:r>
            <a:endParaRPr b="0" lang="es-MX" sz="4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65bd8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213;p33"/>
          <p:cNvSpPr/>
          <p:nvPr/>
        </p:nvSpPr>
        <p:spPr>
          <a:xfrm>
            <a:off x="228600" y="1952280"/>
            <a:ext cx="2720520" cy="2958120"/>
          </a:xfrm>
          <a:prstGeom prst="roundRect">
            <a:avLst>
              <a:gd name="adj" fmla="val 9118"/>
            </a:avLst>
          </a:prstGeom>
          <a:solidFill>
            <a:schemeClr val="lt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82880" rIns="182880" tIns="91440" bIns="274320" anchor="b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es-E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Conocer el uso de jupyter como entorno de trabajo en python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8" name="Google Shape;214;p33"/>
          <p:cNvSpPr/>
          <p:nvPr/>
        </p:nvSpPr>
        <p:spPr>
          <a:xfrm>
            <a:off x="3209400" y="1952280"/>
            <a:ext cx="2720520" cy="2958120"/>
          </a:xfrm>
          <a:prstGeom prst="roundRect">
            <a:avLst>
              <a:gd name="adj" fmla="val 9118"/>
            </a:avLst>
          </a:prstGeom>
          <a:solidFill>
            <a:schemeClr val="lt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82880" rIns="182880" tIns="91440" bIns="274320" anchor="b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es-CO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Correr códigos simples en python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9" name="Google Shape;215;p33"/>
          <p:cNvSpPr/>
          <p:nvPr/>
        </p:nvSpPr>
        <p:spPr>
          <a:xfrm>
            <a:off x="6190560" y="1952280"/>
            <a:ext cx="2720520" cy="2958120"/>
          </a:xfrm>
          <a:prstGeom prst="roundRect">
            <a:avLst>
              <a:gd name="adj" fmla="val 9118"/>
            </a:avLst>
          </a:prstGeom>
          <a:solidFill>
            <a:schemeClr val="lt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82880" rIns="182880" tIns="91440" bIns="274320" anchor="b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es-E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Cargar datos usando pandas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20" name="Google Shape;216;p33" descr=""/>
          <p:cNvPicPr/>
          <p:nvPr/>
        </p:nvPicPr>
        <p:blipFill>
          <a:blip r:embed="rId1"/>
          <a:stretch/>
        </p:blipFill>
        <p:spPr>
          <a:xfrm>
            <a:off x="228600" y="228600"/>
            <a:ext cx="862560" cy="1900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21" name="PlaceHolder 1"/>
          <p:cNvSpPr>
            <a:spLocks noGrp="1"/>
          </p:cNvSpPr>
          <p:nvPr>
            <p:ph type="title"/>
          </p:nvPr>
        </p:nvSpPr>
        <p:spPr>
          <a:xfrm>
            <a:off x="96840" y="424800"/>
            <a:ext cx="8516160" cy="1037880"/>
          </a:xfrm>
          <a:prstGeom prst="rect">
            <a:avLst/>
          </a:prstGeom>
          <a:noFill/>
          <a:ln w="0">
            <a:noFill/>
          </a:ln>
        </p:spPr>
        <p:txBody>
          <a:bodyPr lIns="0" rIns="0" tIns="91440" bIns="91440" anchor="t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" sz="4000" strike="noStrike" u="none">
                <a:solidFill>
                  <a:srgbClr val="1a1a1a"/>
                </a:solidFill>
                <a:effectLst/>
                <a:uFillTx/>
                <a:latin typeface="Inter ExtraBold"/>
                <a:ea typeface="Inter ExtraBold"/>
              </a:rPr>
              <a:t>Objetivo</a:t>
            </a:r>
            <a:endParaRPr b="0" lang="es-MX" sz="4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22" name="Google Shape;218;p33" descr=""/>
          <p:cNvPicPr/>
          <p:nvPr/>
        </p:nvPicPr>
        <p:blipFill>
          <a:blip r:embed="rId2"/>
          <a:stretch/>
        </p:blipFill>
        <p:spPr>
          <a:xfrm>
            <a:off x="424800" y="2191320"/>
            <a:ext cx="470160" cy="75636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23" name="Google Shape;219;p33" descr=""/>
          <p:cNvPicPr/>
          <p:nvPr/>
        </p:nvPicPr>
        <p:blipFill>
          <a:blip r:embed="rId3"/>
          <a:stretch/>
        </p:blipFill>
        <p:spPr>
          <a:xfrm>
            <a:off x="3468960" y="2191320"/>
            <a:ext cx="470160" cy="75636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24" name="Google Shape;220;p33" descr=""/>
          <p:cNvPicPr/>
          <p:nvPr/>
        </p:nvPicPr>
        <p:blipFill>
          <a:blip r:embed="rId4"/>
          <a:stretch/>
        </p:blipFill>
        <p:spPr>
          <a:xfrm>
            <a:off x="6407280" y="2191320"/>
            <a:ext cx="470160" cy="75636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a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PlaceHolder 1"/>
          <p:cNvSpPr>
            <a:spLocks noGrp="1"/>
          </p:cNvSpPr>
          <p:nvPr>
            <p:ph type="title"/>
          </p:nvPr>
        </p:nvSpPr>
        <p:spPr>
          <a:xfrm>
            <a:off x="96840" y="2386440"/>
            <a:ext cx="8516160" cy="2523960"/>
          </a:xfrm>
          <a:prstGeom prst="rect">
            <a:avLst/>
          </a:prstGeom>
          <a:noFill/>
          <a:ln w="0">
            <a:noFill/>
          </a:ln>
        </p:spPr>
        <p:txBody>
          <a:bodyPr lIns="0" rIns="0" tIns="91440" bIns="91440" anchor="b">
            <a:noAutofit/>
          </a:bodyPr>
          <a:p>
            <a:pPr indent="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en" sz="4800" strike="noStrike" u="none">
                <a:solidFill>
                  <a:srgbClr val="f2f1ee"/>
                </a:solidFill>
                <a:effectLst/>
                <a:uFillTx/>
                <a:latin typeface="Inter ExtraBold"/>
                <a:ea typeface="Inter ExtraBold"/>
              </a:rPr>
              <a:t>Vamos al código!</a:t>
            </a:r>
            <a:endParaRPr b="0" lang="es-MX" sz="4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26" name="Google Shape;235;p35" descr=""/>
          <p:cNvPicPr/>
          <p:nvPr/>
        </p:nvPicPr>
        <p:blipFill>
          <a:blip r:embed="rId1"/>
          <a:stretch/>
        </p:blipFill>
        <p:spPr>
          <a:xfrm>
            <a:off x="228600" y="228600"/>
            <a:ext cx="864360" cy="18756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8f6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" name="PlaceHolder 1"/>
          <p:cNvSpPr>
            <a:spLocks noGrp="1"/>
          </p:cNvSpPr>
          <p:nvPr>
            <p:ph type="title"/>
          </p:nvPr>
        </p:nvSpPr>
        <p:spPr>
          <a:xfrm>
            <a:off x="311760" y="1914120"/>
            <a:ext cx="8516160" cy="1037880"/>
          </a:xfrm>
          <a:prstGeom prst="rect">
            <a:avLst/>
          </a:prstGeom>
          <a:noFill/>
          <a:ln w="0">
            <a:noFill/>
          </a:ln>
        </p:spPr>
        <p:txBody>
          <a:bodyPr lIns="0" rIns="0" tIns="91440" bIns="91440" anchor="t">
            <a:no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" sz="4800" strike="noStrike" u="none">
                <a:solidFill>
                  <a:srgbClr val="1a1a1a"/>
                </a:solidFill>
                <a:effectLst/>
                <a:uFillTx/>
                <a:latin typeface="Inter ExtraBold"/>
                <a:ea typeface="Inter ExtraBold"/>
              </a:rPr>
              <a:t>Thanks      for coming!</a:t>
            </a:r>
            <a:endParaRPr b="0" lang="es-MX" sz="4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28" name="Google Shape;270;p39" descr=""/>
          <p:cNvPicPr/>
          <p:nvPr/>
        </p:nvPicPr>
        <p:blipFill>
          <a:blip r:embed="rId1"/>
          <a:stretch/>
        </p:blipFill>
        <p:spPr>
          <a:xfrm>
            <a:off x="3642120" y="2053080"/>
            <a:ext cx="641160" cy="64080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29" name="Google Shape;271;p39" descr=""/>
          <p:cNvPicPr/>
          <p:nvPr/>
        </p:nvPicPr>
        <p:blipFill>
          <a:blip r:embed="rId2"/>
          <a:stretch/>
        </p:blipFill>
        <p:spPr>
          <a:xfrm>
            <a:off x="4138560" y="228600"/>
            <a:ext cx="862560" cy="19008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 l="0" t="0" r="0" b="0"/>
        </a:gradFill>
      </a:fillStyleLst>
      <a:lnStyleLst>
        <a:ln w="6350" cap="flat" cmpd="sng" algn="ctr">
          <a:prstDash val="solid"/>
          <a:miter/>
        </a:ln>
        <a:ln w="12700" cap="flat" cmpd="sng" algn="ctr">
          <a:prstDash val="solid"/>
          <a:miter/>
        </a:ln>
        <a:ln w="190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 l="0" t="0" r="0" b="0"/>
        </a:gradFill>
      </a:fillStyleLst>
      <a:lnStyleLst>
        <a:ln w="6350" cap="flat" cmpd="sng" algn="ctr">
          <a:prstDash val="solid"/>
          <a:miter/>
        </a:ln>
        <a:ln w="12700" cap="flat" cmpd="sng" algn="ctr">
          <a:prstDash val="solid"/>
          <a:miter/>
        </a:ln>
        <a:ln w="190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 pitchFamily="0" charset="1"/>
        <a:ea typeface=""/>
        <a:cs typeface=""/>
      </a:majorFont>
      <a:minorFont>
        <a:latin typeface="Arial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4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 pitchFamily="0" charset="1"/>
        <a:ea typeface=""/>
        <a:cs typeface=""/>
      </a:majorFont>
      <a:minorFont>
        <a:latin typeface="Arial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2405</TotalTime>
  <Application>LibreOffice/25.8.2.2$Windows_X86_64 LibreOffice_project/d401f2107ccab8f924a8e2df40f573aab7605b6f</Application>
  <AppVersion>15.0000</AppVersion>
  <Words>1731</Words>
  <Paragraphs>193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/>
  <dc:description/>
  <dc:language>es-MX</dc:language>
  <cp:lastModifiedBy/>
  <dcterms:modified xsi:type="dcterms:W3CDTF">2025-11-17T16:32:36Z</dcterms:modified>
  <cp:revision>34</cp:revision>
  <dc:subject/>
  <dc:title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HiddenSlides">
    <vt:i4>36</vt:i4>
  </property>
  <property fmtid="{D5CDD505-2E9C-101B-9397-08002B2CF9AE}" pid="3" name="Notes">
    <vt:i4>50</vt:i4>
  </property>
  <property fmtid="{D5CDD505-2E9C-101B-9397-08002B2CF9AE}" pid="4" name="PresentationFormat">
    <vt:lpwstr>Presentación en pantalla (16:9)</vt:lpwstr>
  </property>
  <property fmtid="{D5CDD505-2E9C-101B-9397-08002B2CF9AE}" pid="5" name="Slides">
    <vt:i4>50</vt:i4>
  </property>
</Properties>
</file>