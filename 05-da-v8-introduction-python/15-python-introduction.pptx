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6B0E3E-57C7-4F69-80AF-FCFE4DEF90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FD2B6B-2EB7-4D56-A7E8-A6091DF666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9808EE-9F58-4C31-AF6D-FEA619D095F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A5C64D-1E30-4432-9B09-9472C9C1BD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EFF7B6-8049-4FDD-B113-35488B6850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F17FE0-38F8-4D5A-B620-BB429D1835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425C78-14DA-457D-B728-4DC9FA1217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DCD02F-507B-4B95-8099-9FB34985BF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535AA1-4B76-4856-B657-1E2EAA5052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771139-B1DE-46A1-A997-193B74F8DF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5488C0-9199-4272-9352-C38D5DEBA1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F83C59-E3F1-4ED1-A05C-A1E9C939E8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3B117C-9D4E-4E82-86E6-1328F99ED3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DCD6DE-97D9-467C-9C78-CCB8FA3F50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4A6364-2159-4FAE-A58B-46A6733C04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E6772D-6794-4D67-8EC1-13BFEFA405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70585D-7B8C-4742-BC93-AC417D5BAA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D17B0F-9C95-46D7-BB84-AA2F8700145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B9C53C-81B4-4AA3-BE7E-DF442AAC90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FE4C18-913E-40AC-A59E-2E04FE56BDF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FF05D3-1ECE-4850-8119-09514803A7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2B9057-DC7B-4188-BC00-811CBB1B7E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1DFE29-E8EC-47C5-AF64-0808864E23B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6DF540-CC4A-40B1-88D1-3BB84428CC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185D8B9-4AA1-4CB8-B752-BEEEB508E75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9601D7F-CF8A-4573-8A28-7C53A59F3FB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32B935-556C-4404-BA3A-90574435D9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000B38-C496-48AC-8EC9-8B5E690EB0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15 - Sprint 5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Prepara y estructura datos con Python I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120" cy="3161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DCF95B8-A155-48D8-8F24-60A6D8B5968C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10,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520" cy="18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3880" cy="17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38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38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5800" cy="3382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python 🐍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Jupyter notebooks 📖🪐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Ejecutar nuestro primer código en python 💻🐍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Pandas para análisis de datos 🐼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uso de jupyter como entorno de trabajo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códigos simples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Cargar datos usando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2405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2026-02-10T19:59:07Z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