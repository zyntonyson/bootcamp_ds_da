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6CAD73-8809-430A-8C91-516FD420E6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B7A006-3EDA-45A0-99D7-920A4A74387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51345A-0801-42B0-ABD1-DDA283257DE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795C61-05ED-404C-AC2F-D1FAF0CB8D1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7FC8DB-6616-4A17-AD6F-77D177E5DF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2B0805-7781-4A1B-AA48-56C5463114A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79C833-7FA0-4649-ABCB-C53D6F80A9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4E73A0-7EC7-490A-82EF-8BA8CC4E9A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5972FE-7C5F-412B-8BBE-73451595F6B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EE38E9-13E3-48EA-BB96-44FD46E72E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BB66A6-E24F-489D-A065-E01C3E0CE95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46A74E-6298-499C-866A-C7EA47970D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E96D4D-3D90-4E44-88FD-492BD5C70FD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C49CCF-D4DD-407B-A98C-7AB787EFE2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B0B2BF-5B46-4AD1-87A9-6B76405D94D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F5C148-F957-440B-8270-9D3A6B11825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DCBF4C-7EAB-431D-B5D3-CE020C950C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0FFBA7-9C18-4A7B-83AB-C10678D97C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F89A11-BBC7-4523-979E-E00C625DE5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BBE081-9C60-4A2A-A267-8C90F8A44DC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DC11BB-715D-4A84-B619-8B6B083ACB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FB6C13-383A-4B07-8FA1-EF40B67424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305DEE-262F-47C5-9C94-AE989F7B62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4823F8-06BD-4C06-BB82-2D88589CDEA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72A8479-7F1D-4F5C-A015-E63C737C3BB2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3B8B904-E66E-4964-ABB7-B2975181B1E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A6C92C-F002-4095-BF04-AE614499C1D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528E06-1101-4F34-9F18-8DE10F1B9A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080" cy="21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17 - Sprint 5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Prepara y estructura datos con Python IV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400" cy="3161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D73AF8BE-2875-4E2C-B6CE-58A524D67AF8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Nov 27,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0800" cy="185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3160" cy="17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600" cy="1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31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31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31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31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31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508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del proyecto (10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Análisis de datos con Pandas 🐼🐼(80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Actividad grupal de practica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Preparar datos en pandas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resumenes en pandas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gráficos a partir de unos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080" cy="252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8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08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3557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2025-11-27T18:05:31Z</dcterms:modified>
  <cp:revision>38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