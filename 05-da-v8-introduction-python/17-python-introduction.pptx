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57CC43-0C48-4A6D-87C7-11246F6685C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9CB4EE-FECB-405A-923C-C441F96CAFE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866428-9D31-4DFA-B1C7-93720431558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B51387-23FF-484D-A62F-03730F03DBC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6C0EB8-96B5-4353-9DDE-9F908DE353B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9283419-9246-48E5-9EC4-98AF43BB0BA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A25BD1E-089E-4FA3-B9D4-96519F87279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45D6EC-01B2-4FC7-B03C-4080D479D23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8A5E813-57D0-44C0-BD71-118986AD45F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2011C7-3C45-419E-92E0-346F7C22C1B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E97C73-A330-4A54-B903-2E1645CC1A8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D6444D-CD68-4750-960E-48E82090304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C73A78-9A31-481A-BE84-4B3D0365479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6A16DA7-267B-4ED4-9B83-ADE345DCD08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868810-94E5-48DF-97C3-D1218D842E7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338FBE-FA6C-406F-BDAD-D4DCB16BE33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8A3DB8-0F8B-422A-BC5D-202635FE4EA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450816-16A1-481D-8081-74713673CC4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567D39-9FF1-437F-A7F1-BC2B0C22317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38049A-3D13-4981-89AE-999F5261488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E08D6A-45C9-4F7C-99B4-C0D986EF482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A3C5D2-6F4A-4DDE-84B3-93020BAEC7D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B7A711-F863-43E6-ADB4-AD153449B07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8C8E68-8EF1-4014-B1A9-DE2E7726312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DE84ACC9-2FF2-43E3-91A2-E29217005450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56F399D-FC6A-4CDE-A05B-E2E4EC400154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53BDD1C-40D1-4314-A67C-5E5D919D78E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71CACA-63AC-4454-BFF4-55BFDD62A66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5440" cy="216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17 - Sprint 5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 Prepara y estructura datos con Python III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1760" cy="3161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644FAC75-8EBF-454B-AE9E-3D6675A6727A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Nov 24,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680" cy="1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1160" cy="185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3520" cy="17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8960" cy="1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352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352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5440" cy="33825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Manejo de datos en Pandas 🐼🐼(80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Resumen de datos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Unión de datos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Herramientas gráficos en python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Crear resúmenes de datos en pandas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Unir datasets usando diferentes uniones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Crear gráficos a partir de unos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5440" cy="2523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640" cy="186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0440" cy="64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3553</TotalTime>
  <Application>LibreOffice/25.8.2.2$Windows_X86_64 LibreOffice_project/d401f2107ccab8f924a8e2df40f573aab7605b6f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2025-11-24T17:20:51Z</dcterms:modified>
  <cp:revision>37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