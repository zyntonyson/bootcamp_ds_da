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323453-34AC-4D32-A0E6-35D92DD4D9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2E03E8-ADF4-48C7-987A-7E39D78218E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3186C1-A3EC-44B4-99FD-9E99917C66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0CB3A4-7717-4164-A90B-7F434644EC9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9ABEAC-CD7A-41A0-8F76-097D2BEC5F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413C88-48A8-4557-8F54-96B6FE25F29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743CFC-1331-4098-9F05-E5FF8EF2A55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B3BEA8-9ED1-4BF5-BE07-F66740932A6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F7376F-5C31-4073-8919-E8F1750A1A9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07EF48-0CBD-49B6-9D6E-94F5F03D13E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580237-0661-4940-A2AA-20D143F66A3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DA71AC-0A1F-4CED-ADED-87910111E65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B895BA-C982-478E-8CBD-79BA8588D1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6326B4-BB53-4CEB-A3A0-EACE5482F9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2C7E15-FFE1-46D2-96E7-FE38BE1012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72E472-406B-496E-A042-F866018496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B30A17-FB88-4BC9-AFDD-8B8B3200FD7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82DCB5-0F96-41E3-A9DA-3403FF5812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9AEE98-9767-45CB-A2AC-1B92DB48E06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9F2569-F094-4893-BC6B-097CAD137A8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4130321-C825-43B3-BB19-895DF43020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F3DE5E-6566-4E1B-AA6A-34F6166DFE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B621A9-683A-4062-9E1B-F217F1445AB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65D390-8C9B-4E0F-B76A-5A93E148383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3DF543B8-B2FA-4F62-9FCD-0B4BD313430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0CB40A7-7A34-4D4F-B4D4-AF3C166895B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1440" cy="38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F8EA9A-22A3-4EFE-95CA-F835B0EE2F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0720" cy="3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D8847C-774A-4BEB-B511-E04D72113C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440" cy="21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17 - Sprint 5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Prepara y estructura datos con Python III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760" cy="3161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5DEA07D-18F1-4E24-B053-A017B5B7D24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Nov 24,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9680" cy="1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1160" cy="185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3520" cy="179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960" cy="18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35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35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35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35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35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5440" cy="3382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Manejo de datos en Pandas 🐼🐼(80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Resumen de datos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Unión de datos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Herramientas gráficos en python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resúmenes de datos en pandas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Unir datasets usando diferentes uniones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gráficos a partir de unos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440" cy="2523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44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3553</TotalTime>
  <Application>LibreOffice/25.8.2.2$Windows_X86_64 LibreOffice_project/d401f2107ccab8f924a8e2df40f573aab7605b6f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2025-11-24T17:20:51Z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