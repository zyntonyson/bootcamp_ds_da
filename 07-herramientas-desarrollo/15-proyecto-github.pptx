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2_Inter_Italic.fntdata" ContentType="application/x-fontdata"/>
  <Override PartName="/ppt/fonts/Font_3_Inter_BoldItalic.fntdata" ContentType="application/x-fontdata"/>
  <Override PartName="/ppt/fonts/Font_1_Inter_Bold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6858000" cy="9144000"/>
  <p:embeddedFontLst>
    <p:embeddedFont>
      <p:font typeface="Inter ExtraBold"/>
    </p:embeddedFont>
    <p:embeddedFont>
      <p:font typeface="Inter Medium"/>
    </p:embeddedFont>
    <p:embeddedFont>
      <p:font typeface="Inter"/>
      <p:bold r:id="rId11"/>
      <p:italic r:id="rId12"/>
      <p:boldItalic r:id="rId13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_1_Inter_Bold.fntdata"/><Relationship Id="rId12" Type="http://schemas.openxmlformats.org/officeDocument/2006/relationships/font" Target="fonts/Font_2_Inter_Italic.fntdata"/><Relationship Id="rId13" Type="http://schemas.openxmlformats.org/officeDocument/2006/relationships/font" Target="fonts/Font_3_Inter_BoldItalic.fntdata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5EB3FA-5CE7-4535-8FBD-9692B98CDB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F45FE2-CEA0-4610-993F-612916F06A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6C9A8C-5599-4E4F-9E94-5D66CAB411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40049F-0427-4FF4-8CF2-4230B23400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61CDFA-770F-42F4-9BA3-88379FE19A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EDDEA9-890E-4327-9D0B-5267535B72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F82003-4B5F-4FCF-AA55-116003D172B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CF6334-EB41-4E5A-877F-C21DB11D11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ECEAF7-116E-44AB-81EC-9F9E6D3044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55000" lnSpcReduction="19999"/>
          </a:bodyPr>
          <a:p>
            <a:pPr indent="0">
              <a:buNone/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20120" cy="135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15 - Sprint 7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del Sprint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152280" y="4587120"/>
            <a:ext cx="8686440" cy="39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April 24, 2024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0000" y="1224000"/>
            <a:ext cx="7920000" cy="39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Introducción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(5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Conectemos, expliquemos los objetivos de la sesión y aclaremos la dinámica de trabajo. 🙌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Repaso de aprendizajes del Sprint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Revisaremos juntos lo aprendido: uso de terminal, VS Code y control de versiones con Git. Un espacio breve para reforzar lo esencial. 🧠✨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Code Challenge 📊</a:t>
            </a: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🚀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75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Resolveremos un reto práctico para integrar habilidades🌐 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📈.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Cierre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b="0" i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 min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Compartiremos aprendizajes, retos superados y próximos pasos. Además, un espacio para preguntas abiertas y reflexiones finales. 🔑✨💻🤝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13;p33"/>
          <p:cNvSpPr/>
          <p:nvPr/>
        </p:nvSpPr>
        <p:spPr>
          <a:xfrm>
            <a:off x="228600" y="1952280"/>
            <a:ext cx="2724480" cy="29620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  tecnologías diarias comunes para los profesionales de los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214;p33"/>
          <p:cNvSpPr/>
          <p:nvPr/>
        </p:nvSpPr>
        <p:spPr>
          <a:xfrm>
            <a:off x="3209400" y="1952280"/>
            <a:ext cx="2724480" cy="29620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Configura tu propio ambiente de desarrollo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15;p33"/>
          <p:cNvSpPr/>
          <p:nvPr/>
        </p:nvSpPr>
        <p:spPr>
          <a:xfrm>
            <a:off x="6190560" y="1952280"/>
            <a:ext cx="2724480" cy="29620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 tu primer repositorio y despliegalo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 del sprint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412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4120" cy="7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4120" cy="76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8000" cy="184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40;p2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hemos aprendido?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142;p25"/>
          <p:cNvSpPr/>
          <p:nvPr/>
        </p:nvSpPr>
        <p:spPr>
          <a:xfrm>
            <a:off x="228600" y="1490760"/>
            <a:ext cx="277956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CO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Uso de terminal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Aprendimos a usar la terminal para navegar, ejecutar programas y automatizar tareas, mejorando la eficiencia en la manipulación de datos y proyectos de análisi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43;p25"/>
          <p:cNvSpPr/>
          <p:nvPr/>
        </p:nvSpPr>
        <p:spPr>
          <a:xfrm>
            <a:off x="3182040" y="1490760"/>
            <a:ext cx="277956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CO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Ambiente de desarrollo  con VS Code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s-CO" sz="15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Configuramos VS Code como entorno de desarrollo flexible, con extensiones que facilitan la escritura, depuración y organización de código, acelerando el análisis y colaboración en proyectos.</a:t>
            </a:r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144;p25"/>
          <p:cNvSpPr/>
          <p:nvPr/>
        </p:nvSpPr>
        <p:spPr>
          <a:xfrm>
            <a:off x="6135480" y="1490760"/>
            <a:ext cx="277956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s-CO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Control de versiones con  Git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Dominamos Git para registrar, revertir y compartir cambios en proyectos de datos, asegurando trabajo colaborativo, trazabilidad y seguridad en el análisis.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20120" cy="252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¡Vamos al reto!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8320" cy="19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8000" cy="267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te sientes luego de la sesión?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20120" cy="9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5120" cy="64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Application>LibreOffice/25.8.0.4$Windows_X86_64 LibreOffice_project/48f00303701489684e67c38c28aff00cd5929e67</Application>
  <AppVersion>15.0000</AppVersion>
  <Words>1766</Words>
  <Paragraphs>184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2025-08-26T11:19:51Z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