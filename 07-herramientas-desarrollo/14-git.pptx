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8A3E6C6-A7B1-46ED-93AC-63F329362615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6FEACFB-220E-47CE-B599-00108A383D01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349030D-2063-4ECA-8A3B-30FBA2B98F8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CFCA9E5-D8F5-412C-8B63-71C9518C643E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E4B8DA3-FF32-4132-AD7D-7DAE37C905C9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38A5BCB-A0E2-453E-96FB-0B40453E3C2D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B8E8584-761E-4119-BD6B-740B578C85B0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093203B-A91D-4011-8A32-167B212DD8CE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5B6E11D-50E7-4C92-B938-1388088C1ED1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C45C0AA-B630-443F-AEA6-B7FAB40A0D87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9C0B747-8A0B-468B-9044-4B558DD06E71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0BBD4D2-D9C5-4466-B7A1-6FEDBC7D3ED6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1097FA-BE7C-4098-B482-C4EBBF901DA2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1B16AC-345E-48B9-B0ED-70226F7E874B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3AD8D0-200A-4E33-A803-C16F5F4DDF58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912B5E-BF75-4753-A4D4-C40E4A50B857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160FB8-5E38-489B-8220-B741170599BC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89AE46-6AE5-48E9-9641-3E29A048D03E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4F87A0-1348-41C3-9127-C577D6D0B376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3E29FA-ED62-45F5-845F-E8ADAB5C29DA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B87A4D-2FBB-4A5C-8D5A-679F8F0183FA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B3858F-3F30-4F70-8073-91F7E89CA7B1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FD1CDB-8E58-44E6-9FEA-2E8FCA28FC63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923133-6E16-47C0-9025-FA030EAE742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402E15-3FDD-4A45-88B1-E4567C4A232E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5FB502-CA5F-47B8-BE1A-8C4148086876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&lt;número&gt;</a:t>
            </a:fld>
            <a:endParaRPr b="0" lang="es-MX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pc="-1" strike="noStrike">
                <a:solidFill>
                  <a:srgbClr val="000000"/>
                </a:solidFill>
                <a:latin typeface="Arial"/>
              </a:rPr>
              <a:t>Pulse para editar el formato del texto de título</a:t>
            </a:r>
            <a:endParaRPr b="0" lang="es-MX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14720" indent="-31104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pc="-1" strike="noStrike">
                <a:solidFill>
                  <a:srgbClr val="000000"/>
                </a:solidFill>
                <a:latin typeface="Arial"/>
              </a:rPr>
              <a:t>Pulse para editar el formato de texto del esquema</a:t>
            </a:r>
            <a:endParaRPr b="0" lang="es-MX" sz="3200" spc="-1" strike="noStrike">
              <a:solidFill>
                <a:srgbClr val="000000"/>
              </a:solidFill>
              <a:latin typeface="Arial"/>
            </a:endParaRPr>
          </a:p>
          <a:p>
            <a:pPr lvl="1" marL="829440" indent="-31104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pc="-1" strike="noStrike">
                <a:solidFill>
                  <a:srgbClr val="000000"/>
                </a:solidFill>
                <a:latin typeface="Arial"/>
              </a:rPr>
              <a:t>Segundo nivel del esquema</a:t>
            </a:r>
            <a:endParaRPr b="0" lang="es-MX" sz="2800" spc="-1" strike="noStrike">
              <a:solidFill>
                <a:srgbClr val="000000"/>
              </a:solidFill>
              <a:latin typeface="Arial"/>
            </a:endParaRPr>
          </a:p>
          <a:p>
            <a:pPr lvl="2" marL="1244160" indent="-27648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pc="-1" strike="noStrike">
                <a:solidFill>
                  <a:srgbClr val="000000"/>
                </a:solidFill>
                <a:latin typeface="Arial"/>
              </a:rPr>
              <a:t>Tercer nivel del esquema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lvl="3" marL="1658880" indent="-20736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Cuarto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4" marL="207360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Quinto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5" marL="248832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Sexto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  <a:p>
            <a:pPr lvl="6" marL="2903040" indent="-20736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pc="-1" strike="noStrike">
                <a:solidFill>
                  <a:srgbClr val="000000"/>
                </a:solidFill>
                <a:latin typeface="Arial"/>
              </a:rPr>
              <a:t>Séptimo nivel del esquema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400" cy="216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Webinar 14 - Sprint 7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pc="-1" strike="noStrike">
                <a:solidFill>
                  <a:srgbClr val="1a1a1a"/>
                </a:solidFill>
                <a:latin typeface="Inter"/>
                <a:ea typeface="Inter"/>
              </a:rPr>
              <a:t>Control de versiones: Git &amp; GitHub</a:t>
            </a:r>
            <a:endParaRPr b="0" lang="es-MX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ln w="0">
            <a:noFill/>
          </a:ln>
        </p:spPr>
      </p:pic>
      <p:sp>
        <p:nvSpPr>
          <p:cNvPr id="80" name=""/>
          <p:cNvSpPr txBox="1"/>
          <p:nvPr/>
        </p:nvSpPr>
        <p:spPr>
          <a:xfrm>
            <a:off x="144360" y="4612680"/>
            <a:ext cx="1983600" cy="33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fld id="{A07A1B4F-749E-4CB9-BBAB-8552EB07C1F2}" type="datetime5">
              <a:rPr b="0" i="1" lang="es-MX" sz="1500" spc="-1" strike="noStrike">
                <a:solidFill>
                  <a:srgbClr val="000000"/>
                </a:solidFill>
                <a:latin typeface="Verdana"/>
              </a:rPr>
              <a:t>20 de ago de 2025</a:t>
            </a:fld>
            <a:endParaRPr b="0" lang="es-MX" sz="15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9400" cy="29887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pc="-1" strike="noStrike">
                <a:solidFill>
                  <a:srgbClr val="1a1a1a"/>
                </a:solidFill>
                <a:latin typeface="Inter"/>
                <a:ea typeface="Inter"/>
              </a:rPr>
              <a:t>Git – Github</a:t>
            </a: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Agenda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213;p33"/>
          <p:cNvSpPr/>
          <p:nvPr/>
        </p:nvSpPr>
        <p:spPr>
          <a:xfrm>
            <a:off x="2286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Conocer herramientas para el control de versiones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214;p33"/>
          <p:cNvSpPr/>
          <p:nvPr/>
        </p:nvSpPr>
        <p:spPr>
          <a:xfrm>
            <a:off x="32094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pc="-1" strike="noStrike">
                <a:solidFill>
                  <a:srgbClr val="000000"/>
                </a:solidFill>
                <a:latin typeface="Arial"/>
                <a:ea typeface="Arial"/>
              </a:rPr>
              <a:t>Practicar el uso básico de GIT para el control de versiones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215;p33"/>
          <p:cNvSpPr/>
          <p:nvPr/>
        </p:nvSpPr>
        <p:spPr>
          <a:xfrm>
            <a:off x="619056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pc="-1" strike="noStrike">
                <a:solidFill>
                  <a:srgbClr val="000000"/>
                </a:solidFill>
                <a:latin typeface="Arial"/>
                <a:ea typeface="Arial"/>
              </a:rPr>
              <a:t>Realizar la construcción de nuestro primer proyecto en GitHub</a:t>
            </a:r>
            <a:endParaRPr b="0" lang="es-MX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ln w="0">
            <a:noFill/>
          </a:ln>
        </p:spPr>
      </p:pic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Objetivo</a:t>
            </a:r>
            <a:endParaRPr b="0" lang="es-MX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400" cy="75960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400" cy="759600"/>
          </a:xfrm>
          <a:prstGeom prst="rect">
            <a:avLst/>
          </a:prstGeom>
          <a:ln w="0">
            <a:noFill/>
          </a:ln>
        </p:spPr>
      </p:pic>
      <p:pic>
        <p:nvPicPr>
          <p:cNvPr id="91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400" cy="75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280" cy="3474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¿Por qué es importante el control de versiones?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400" cy="25272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f2f1ee"/>
                </a:solidFill>
                <a:latin typeface="Inter ExtraBold"/>
                <a:ea typeface="Inter ExtraBold"/>
              </a:rPr>
              <a:t>¡Ahora practiquemos!</a:t>
            </a:r>
            <a:endParaRPr b="0" lang="es-MX" sz="4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Google Shape;235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600" cy="190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280" cy="2651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¿Cómo te sientes luego de la sesión?</a:t>
            </a:r>
            <a:endParaRPr b="0" lang="es-MX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pc="-1" strike="noStrike">
                <a:solidFill>
                  <a:srgbClr val="1a1a1a"/>
                </a:solidFill>
                <a:latin typeface="Inter ExtraBold"/>
                <a:ea typeface="Inter ExtraBold"/>
              </a:rPr>
              <a:t>Thanks      for coming!</a:t>
            </a:r>
            <a:endParaRPr b="0" lang="es-MX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400" cy="644040"/>
          </a:xfrm>
          <a:prstGeom prst="rect">
            <a:avLst/>
          </a:prstGeom>
          <a:ln w="0">
            <a:noFill/>
          </a:ln>
        </p:spPr>
      </p:pic>
      <p:pic>
        <p:nvPicPr>
          <p:cNvPr id="100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800" cy="193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836</TotalTime>
  <Application>LibreOffice/7.5.0.3$Windows_X86_64 LibreOffice_project/c21113d003cd3efa8c53188764377a8272d9d6de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2025-08-20T17:56:53Z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