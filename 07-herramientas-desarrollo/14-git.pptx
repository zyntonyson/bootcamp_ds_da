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2139788-0820-43E5-90AC-38F921DB00C5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B817EF8-0D7A-424E-8FB6-476EA10FB107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FEDA4F6-A442-4271-9348-4C7C1B598B94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879E04E-74F7-4801-A1F9-1EC52F617E05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77AF825-8B10-4D54-8EF1-A484F3314A8D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F979D6C-1647-415C-A02F-B0B9A5177115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3B62A8F-BAE3-4509-8B66-01B11ECCC772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0F5510B-9A89-440B-915C-75D940F8DEF6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99FDE53-34AC-42E3-A0E8-18729DB6ED8C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D5387F5-DC33-4920-8797-A7F5DD2E0ACA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7D926CA-7CF8-410F-8665-6630DDBC83D2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5D35878-4A41-492F-8180-3BEF593DAB8B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463B25-DD8E-4FA8-9084-295899C06FF0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E13E23-DE2C-49A2-85F4-776913D1355F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00F8ED2-A26D-4D9F-B34A-2C5DD8AAA4E9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2DCE6E1-CFD8-4A27-A576-A014F907A813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960679A-B609-4EDF-BF9A-5126733072AD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3583EAA-F8D5-4D29-94E1-8262A3904874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4575AD2-E6A1-4FFD-A63F-F9A1AFBF9EA3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9187CA-A10C-4647-AB05-AC5FFB8908BE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29D8777-552D-4A63-A8E9-A37B9709E4D9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38441B-A119-4F31-8054-8D71884C7A15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9731254-F2F5-4F2C-8DCC-6562F1F4B0B0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C1E5494-628C-4560-AE17-3F0BFAC78B79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DC99D6-452E-4B46-9C02-9848138B4BAA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5</a:t>
            </a:fld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 marL="414720" indent="-311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  <a:p>
            <a:pPr lvl="1" marL="829440" indent="-31104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MX" sz="2800" spc="-1" strike="noStrike">
              <a:solidFill>
                <a:srgbClr val="000000"/>
              </a:solidFill>
              <a:latin typeface="Arial"/>
            </a:endParaRPr>
          </a:p>
          <a:p>
            <a:pPr lvl="2" marL="1244160" indent="-27648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MX" sz="2400" spc="-1" strike="noStrike">
              <a:solidFill>
                <a:srgbClr val="000000"/>
              </a:solidFill>
              <a:latin typeface="Arial"/>
            </a:endParaRPr>
          </a:p>
          <a:p>
            <a:pPr lvl="3" marL="1658880" indent="-20736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  <a:p>
            <a:pPr lvl="4" marL="2073600" indent="-207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  <a:p>
            <a:pPr lvl="5" marL="2488320" indent="-207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  <a:p>
            <a:pPr lvl="6" marL="2903040" indent="-207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372394-D000-4583-BD92-A51E6D66AD67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es-MX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MX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 marL="414720" indent="-311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MX" sz="3200" spc="-1" strike="noStrike">
              <a:solidFill>
                <a:srgbClr val="000000"/>
              </a:solidFill>
              <a:latin typeface="Arial"/>
            </a:endParaRPr>
          </a:p>
          <a:p>
            <a:pPr lvl="1" marL="829440" indent="-31104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MX" sz="2800" spc="-1" strike="noStrike">
              <a:solidFill>
                <a:srgbClr val="000000"/>
              </a:solidFill>
              <a:latin typeface="Arial"/>
            </a:endParaRPr>
          </a:p>
          <a:p>
            <a:pPr lvl="2" marL="1244160" indent="-27648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MX" sz="2400" spc="-1" strike="noStrike">
              <a:solidFill>
                <a:srgbClr val="000000"/>
              </a:solidFill>
              <a:latin typeface="Arial"/>
            </a:endParaRPr>
          </a:p>
          <a:p>
            <a:pPr lvl="3" marL="1658880" indent="-20736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  <a:p>
            <a:pPr lvl="4" marL="2073600" indent="-207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  <a:p>
            <a:pPr lvl="5" marL="2488320" indent="-207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  <a:p>
            <a:pPr lvl="6" marL="2903040" indent="-207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9760" cy="216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pc="-1" strike="noStrike">
                <a:solidFill>
                  <a:srgbClr val="1a1a1a"/>
                </a:solidFill>
                <a:latin typeface="Inter ExtraBold"/>
                <a:ea typeface="Inter ExtraBold"/>
              </a:rPr>
              <a:t>Webinar 14 - Sprint 7</a:t>
            </a:r>
            <a:endParaRPr b="0" lang="es-MX" sz="6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MX" sz="2000" spc="-1" strike="noStrike">
                <a:solidFill>
                  <a:srgbClr val="1a1a1a"/>
                </a:solidFill>
                <a:latin typeface="Inter"/>
                <a:ea typeface="Inter"/>
              </a:rPr>
              <a:t>Control de versiones: Git &amp; GitHub</a:t>
            </a:r>
            <a:endParaRPr b="0" lang="es-MX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9760" cy="2989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pc="-1" strike="noStrike">
                <a:solidFill>
                  <a:srgbClr val="1a1a1a"/>
                </a:solidFill>
                <a:latin typeface="Inter"/>
                <a:ea typeface="Inter"/>
              </a:rPr>
              <a:t>Git – Github</a:t>
            </a:r>
            <a:endParaRPr b="0" lang="es-MX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ln w="0">
            <a:noFill/>
          </a:ln>
        </p:spPr>
      </p:pic>
      <p:sp>
        <p:nvSpPr>
          <p:cNvPr id="82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760" cy="1041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pc="-1" strike="noStrike">
                <a:solidFill>
                  <a:srgbClr val="1a1a1a"/>
                </a:solidFill>
                <a:latin typeface="Inter ExtraBold"/>
                <a:ea typeface="Inter ExtraBold"/>
              </a:rPr>
              <a:t>Agenda</a:t>
            </a:r>
            <a:endParaRPr b="0" lang="es-MX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213;p33"/>
          <p:cNvSpPr/>
          <p:nvPr/>
        </p:nvSpPr>
        <p:spPr>
          <a:xfrm>
            <a:off x="228600" y="1952280"/>
            <a:ext cx="2724120" cy="29617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Arial"/>
              </a:rPr>
              <a:t>Conocer herramientas para el control de versiones</a:t>
            </a: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Google Shape;214;p33"/>
          <p:cNvSpPr/>
          <p:nvPr/>
        </p:nvSpPr>
        <p:spPr>
          <a:xfrm>
            <a:off x="3209400" y="1952280"/>
            <a:ext cx="2724120" cy="29617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pc="-1" strike="noStrike">
                <a:solidFill>
                  <a:srgbClr val="000000"/>
                </a:solidFill>
                <a:latin typeface="Arial"/>
                <a:ea typeface="Arial"/>
              </a:rPr>
              <a:t>Practicar el uso básico de GIT para el control de versiones</a:t>
            </a: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Google Shape;215;p33"/>
          <p:cNvSpPr/>
          <p:nvPr/>
        </p:nvSpPr>
        <p:spPr>
          <a:xfrm>
            <a:off x="6190560" y="1952280"/>
            <a:ext cx="2724120" cy="29617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Arial"/>
              </a:rPr>
              <a:t>Realizar la construcción de nuestro primer proyecto en GitHub</a:t>
            </a:r>
            <a:endParaRPr b="0" lang="es-MX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ln w="0">
            <a:noFill/>
          </a:ln>
        </p:spPr>
      </p:pic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760" cy="1041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pc="-1" strike="noStrike">
                <a:solidFill>
                  <a:srgbClr val="1a1a1a"/>
                </a:solidFill>
                <a:latin typeface="Inter ExtraBold"/>
                <a:ea typeface="Inter ExtraBold"/>
              </a:rPr>
              <a:t>Objetivo</a:t>
            </a:r>
            <a:endParaRPr b="0" lang="es-MX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3760" cy="759960"/>
          </a:xfrm>
          <a:prstGeom prst="rect">
            <a:avLst/>
          </a:prstGeom>
          <a:ln w="0">
            <a:noFill/>
          </a:ln>
        </p:spPr>
      </p:pic>
      <p:pic>
        <p:nvPicPr>
          <p:cNvPr id="89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3760" cy="759960"/>
          </a:xfrm>
          <a:prstGeom prst="rect">
            <a:avLst/>
          </a:prstGeom>
          <a:ln w="0">
            <a:noFill/>
          </a:ln>
        </p:spPr>
      </p:pic>
      <p:pic>
        <p:nvPicPr>
          <p:cNvPr id="90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3760" cy="75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7640" cy="3474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pc="-1" strike="noStrike">
                <a:solidFill>
                  <a:srgbClr val="1a1a1a"/>
                </a:solidFill>
                <a:latin typeface="Inter ExtraBold"/>
                <a:ea typeface="Inter ExtraBold"/>
              </a:rPr>
              <a:t>¿Por qué es importante el control de versiones?</a:t>
            </a:r>
            <a:endParaRPr b="0" lang="es-MX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9760" cy="25275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pc="-1" strike="noStrike">
                <a:solidFill>
                  <a:srgbClr val="f2f1ee"/>
                </a:solidFill>
                <a:latin typeface="Inter ExtraBold"/>
                <a:ea typeface="Inter ExtraBold"/>
              </a:rPr>
              <a:t>¡Ahora practiquemos!</a:t>
            </a:r>
            <a:endParaRPr b="0" lang="es-MX" sz="4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4" name="Google Shape;235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7960" cy="191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ln w="0">
            <a:noFill/>
          </a:ln>
        </p:spPr>
      </p:pic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7640" cy="2651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pc="-1" strike="noStrike">
                <a:solidFill>
                  <a:srgbClr val="1a1a1a"/>
                </a:solidFill>
                <a:latin typeface="Inter ExtraBold"/>
                <a:ea typeface="Inter ExtraBold"/>
              </a:rPr>
              <a:t>¿Cómo te sientes luego de la sesión?</a:t>
            </a:r>
            <a:endParaRPr b="0" lang="es-MX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9760" cy="1041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pc="-1" strike="noStrike">
                <a:solidFill>
                  <a:srgbClr val="1a1a1a"/>
                </a:solidFill>
                <a:latin typeface="Inter ExtraBold"/>
                <a:ea typeface="Inter ExtraBold"/>
              </a:rPr>
              <a:t>Thanks      for coming!</a:t>
            </a:r>
            <a:endParaRPr b="0" lang="es-MX" sz="4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4760" cy="644400"/>
          </a:xfrm>
          <a:prstGeom prst="rect">
            <a:avLst/>
          </a:prstGeom>
          <a:ln w="0">
            <a:noFill/>
          </a:ln>
        </p:spPr>
      </p:pic>
      <p:pic>
        <p:nvPicPr>
          <p:cNvPr id="99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6160" cy="19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835</TotalTime>
  <Application>LibreOffice/7.5.0.3$Windows_X86_64 LibreOffice_project/c21113d003cd3efa8c53188764377a8272d9d6de</Application>
  <AppVersion>15.0000</AppVersion>
  <Words>1959</Words>
  <Paragraphs>195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2025-08-19T19:57:35Z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51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51</vt:i4>
  </property>
</Properties>
</file>