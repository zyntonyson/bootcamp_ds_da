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34A192A-B628-42AB-AF1E-09773FE53E3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1FB79B9-663B-40FA-A8EF-1CAFF5B9660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5FD439D-939E-46D1-A849-90E465C78C36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10E24EC-F60B-49EA-9097-788F03F0A513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4D256BD-E846-474A-973E-6E3AC53715A3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89AB75C-724E-4F4E-8BED-03DAAC3AC54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7065428-91B1-4E75-BA0F-AE4D60367643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63FBC9A-AD29-4CDC-9FD9-3EDEC2825485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B4708FF-5B8C-4B41-97CA-597B05A7630A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2736DB3-41A7-4C51-80C8-15B299261193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4EB7BBB-5516-41FD-BA50-92E34E93818A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248F76D-354B-49F8-878E-AD685269261B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299BFD-B4BB-457F-88E5-92BAFCF03D47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F69A19-19D7-4664-A821-FC16537A658B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674D27-EDB7-4E61-9EC9-82366B89B3A8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F7ED8C-6BC6-4E1D-9526-38CE807383D5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E4D802-5E45-4180-87E6-6A768AE7EEFE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619581-D179-487D-B65F-D8AB2A4781DF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A640B9-8ACC-4FDE-B6A6-399B45BBF7A0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71DED9-9AD1-4F2D-9E3D-D92E9C8FCB0D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91A779-1BA4-4F3C-8D61-C07693F8F934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04BCD0-9476-42D3-8A66-0FCFC42C87C1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22C2D8-55ED-40A2-B898-48CBABE4ACF8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DACC1C-18CA-4B3D-BB77-673FCF90CE6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318238-1FFF-4138-B4AF-5D6436621CBD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F3ACEF-8527-4112-85D3-906064609C1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20120" cy="2169720"/>
          </a:xfrm>
          <a:prstGeom prst="rect">
            <a:avLst/>
          </a:prstGeom>
          <a:noFill/>
          <a:ln w="0">
            <a:noFill/>
          </a:ln>
        </p:spPr>
        <p:txBody>
          <a:bodyPr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Webinar 14 - Sprint 7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pc="-1" strike="noStrike">
                <a:solidFill>
                  <a:srgbClr val="1a1a1a"/>
                </a:solidFill>
                <a:latin typeface="Inter"/>
                <a:ea typeface="Inter"/>
              </a:rPr>
              <a:t>Control de versiones: Git &amp; GitHub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20120" cy="29894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Git – Github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82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Agenda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213;p33"/>
          <p:cNvSpPr/>
          <p:nvPr/>
        </p:nvSpPr>
        <p:spPr>
          <a:xfrm>
            <a:off x="2286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Conocer herramientas para el control de versiones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Google Shape;214;p33"/>
          <p:cNvSpPr/>
          <p:nvPr/>
        </p:nvSpPr>
        <p:spPr>
          <a:xfrm>
            <a:off x="320940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000000"/>
                </a:solidFill>
                <a:latin typeface="Arial"/>
                <a:ea typeface="Arial"/>
              </a:rPr>
              <a:t>Practicar el uso básico de GIT para el control de versiones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215;p33"/>
          <p:cNvSpPr/>
          <p:nvPr/>
        </p:nvSpPr>
        <p:spPr>
          <a:xfrm>
            <a:off x="6190560" y="1952280"/>
            <a:ext cx="2724480" cy="29620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Realizar la construcción de nuestro primer proyecto en GitHub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Objetivo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4120" cy="760320"/>
          </a:xfrm>
          <a:prstGeom prst="rect">
            <a:avLst/>
          </a:prstGeom>
          <a:ln w="0">
            <a:noFill/>
          </a:ln>
        </p:spPr>
      </p:pic>
      <p:pic>
        <p:nvPicPr>
          <p:cNvPr id="89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4120" cy="76032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4120" cy="76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8000" cy="34750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¿Por qué es importante el control de versiones?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20120" cy="25279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f2f1ee"/>
                </a:solidFill>
                <a:latin typeface="Inter ExtraBold"/>
                <a:ea typeface="Inter ExtraBold"/>
              </a:rPr>
              <a:t>¡Ahora practiquemos!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Google Shape;235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8320" cy="19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ln w="0">
            <a:noFill/>
          </a:ln>
        </p:spPr>
      </p:pic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8000" cy="2652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¿Cómo te sientes luego de la sesión?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20120" cy="10418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Thanks      for coming!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5120" cy="644760"/>
          </a:xfrm>
          <a:prstGeom prst="rect">
            <a:avLst/>
          </a:prstGeom>
          <a:ln w="0">
            <a:noFill/>
          </a:ln>
        </p:spPr>
      </p:pic>
      <p:pic>
        <p:nvPicPr>
          <p:cNvPr id="9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6520" cy="19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707</TotalTime>
  <Application>LibreOffice/7.5.0.3$Windows_X86_64 LibreOffice_project/c21113d003cd3efa8c53188764377a8272d9d6de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2025-08-19T17:26:27Z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