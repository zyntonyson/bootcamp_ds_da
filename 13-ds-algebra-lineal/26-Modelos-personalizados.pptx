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F911DF-4C8C-4614-BE5B-3CB4B750BCE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8C6F9C-30FC-4A2A-93D8-EDBD903B906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8A906D-1FA0-4028-99A7-21C4FFE57A2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260A97-19F5-4825-B363-E138D8FC5DC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EFA7DA-B7F4-445A-A366-582802640B8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216E26-BBCE-4A63-A8A0-A36E68000FD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074FB2-C7A0-4200-9E0D-4D19BE49487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22DE1A-60DF-4912-B795-5500D6DAEA5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C76CE9-2FDB-46C5-A959-4B11190FB96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32D14E-6A4D-47F5-88CF-BDD98275375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B805EF-0F8E-407F-9DED-0812713C8C6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EC336F-3E83-4810-B107-23AF32CD216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51B195-06AA-4810-8571-A66DC4208AA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D4510A-CDF6-427C-9E90-1CEE4C984DE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CC1B66-DAAE-4D08-9A55-FC70F2E9DB6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4D5110-378B-4A6C-A714-07CDB6D1683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7BF812-CDE7-4B43-B2CA-5A2B0138379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CD2B0E-9A03-4789-B490-C194881DE1B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CCE1CA-66E2-4BF7-90EA-8916F0DD776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0FF70B-4558-4856-B043-0CEE9B01C7C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0F6099-C57C-42F4-8FA4-140798F163F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97DF58-85E8-483C-9310-B7F55A8D24C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8BE93E-328E-4F53-BCAB-8F7A47AEC0A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63AF6A-8DD4-44BB-9F53-4D51EBE2EF0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8320" cy="216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26 - Sprint 13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Inter ExtraBold"/>
              </a:rPr>
              <a:t>Implementación de modelos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4640" cy="3164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B8AD99DD-721A-4805-A97E-AF24EA9CC672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Aug 28,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320" cy="1040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Reflexiona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3960000" y="0"/>
            <a:ext cx="5220000" cy="52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277920" y="1322280"/>
            <a:ext cx="8518320" cy="3536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⭐ Revisión de conceptos (10 min)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🔢 Implementación de modelos personalizados de aprendizaje (80 min)  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🧠 Cierre y reflexión (5 min) </a:t>
            </a: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320" cy="1040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213;p33"/>
          <p:cNvSpPr/>
          <p:nvPr/>
        </p:nvSpPr>
        <p:spPr>
          <a:xfrm>
            <a:off x="228600" y="1952280"/>
            <a:ext cx="2722680" cy="29602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Abstraer conceptos matemáticos a implementaciones funcionales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214;p33"/>
          <p:cNvSpPr/>
          <p:nvPr/>
        </p:nvSpPr>
        <p:spPr>
          <a:xfrm>
            <a:off x="3209400" y="1952280"/>
            <a:ext cx="2722680" cy="29602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Implementar modelos personalizados de aprendizaje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215;p33"/>
          <p:cNvSpPr/>
          <p:nvPr/>
        </p:nvSpPr>
        <p:spPr>
          <a:xfrm>
            <a:off x="6190560" y="1952280"/>
            <a:ext cx="2722680" cy="29602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Evaluar el desempeño de nuestros modelos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320" cy="1040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2320" cy="75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2320" cy="75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2320" cy="75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8320" cy="2526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!Vayamos a la práctica!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8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8320" cy="1040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3320" cy="64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1657</TotalTime>
  <Application>LibreOffice/25.8.0.4$Windows_X86_64 LibreOffice_project/48f00303701489684e67c38c28aff00cd5929e67</Application>
  <AppVersion>15.0000</AppVersion>
  <Words>1567</Words>
  <Paragraphs>165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2025-08-28T15:09:46Z</dcterms:modified>
  <cp:revision>26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46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46</vt:i4>
  </property>
</Properties>
</file>