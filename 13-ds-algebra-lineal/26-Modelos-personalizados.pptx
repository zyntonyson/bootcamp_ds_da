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1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FF4B13-87AB-4509-A335-630B8AAB77D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F3CC3A-738B-4484-A03E-4A567AC83E4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BCB379-B15F-4840-9669-4CFA9CDBC96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8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CF4527B-E186-425A-A931-D958A53D461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2E0F4E8-15A3-4011-A29E-09190019A0D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89253AA-B579-413E-9145-1227EE8FF8F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8DAF1C-7534-489F-8D93-0B7AF050C75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E2D0569-0C71-4BA1-A2D4-C028455C8BC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525457-CFD0-4EAD-A475-EE5F621BDC2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52641B1-B89F-440C-A306-4FA3F4D3E85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5F996F9-4F5E-483D-9560-CAAF54521B7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1C1F489-D016-41AD-A73A-BC9C5EEB14F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8104D7C-5F5D-43B6-BAC1-10920F0F44D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C684E90-6B1D-4E69-983C-A5D860FF4B2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C45E0E4-9619-42EA-8B9A-C0094572B2F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8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5E9DA1F-43FF-4265-8DBF-31542C3C543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A30C421-5485-4D2A-98FA-A3C3D182CDF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D3838BE-36A8-4A4F-B632-CBD5DEC84C7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660C2B-FAAA-4B87-BC2B-38BFBA969F0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2D93F82-FE74-4A73-9D42-D0B2EA5A62F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A39C4BA-C60B-4B5E-9D71-9B0E1EC933B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FFA08FC-7198-4FF7-B855-079E104B960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615C722-29E8-4DDE-9AC2-056D1DCB67A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0C063D-445A-436F-86F0-7C47753EA29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8320" cy="216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26 - Sprint 13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Inter ExtraBold"/>
              </a:rPr>
              <a:t>Implementación de modelos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4640" cy="3164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0D603556-185D-4A7C-988E-F1461004A565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Aug 28,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320" cy="1040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Calentemos motores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" name="" descr=""/>
          <p:cNvPicPr/>
          <p:nvPr/>
        </p:nvPicPr>
        <p:blipFill>
          <a:blip r:embed="rId2"/>
          <a:stretch/>
        </p:blipFill>
        <p:spPr>
          <a:xfrm>
            <a:off x="752400" y="1800000"/>
            <a:ext cx="7707240" cy="2765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ubTitle"/>
          </p:nvPr>
        </p:nvSpPr>
        <p:spPr>
          <a:xfrm>
            <a:off x="277920" y="1322280"/>
            <a:ext cx="8518320" cy="3536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000000"/>
                </a:solidFill>
                <a:effectLst/>
                <a:uFillTx/>
                <a:latin typeface="Verdana"/>
              </a:rPr>
              <a:t>⭐ Revisión de conceptos (10 min)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000000"/>
                </a:solidFill>
                <a:effectLst/>
                <a:uFillTx/>
                <a:latin typeface="Verdana"/>
              </a:rPr>
              <a:t>🔢 Implementación de modelos personalizados de aprendizaje (80 min)  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000000"/>
                </a:solidFill>
                <a:effectLst/>
                <a:uFillTx/>
                <a:latin typeface="Verdana"/>
              </a:rPr>
              <a:t>🧠 Cierre y reflexión (5 min) </a:t>
            </a: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320" cy="1040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213;p33"/>
          <p:cNvSpPr/>
          <p:nvPr/>
        </p:nvSpPr>
        <p:spPr>
          <a:xfrm>
            <a:off x="228600" y="1952280"/>
            <a:ext cx="2722680" cy="29602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Abstraer conceptos matemáticos a implementaciones funcionales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214;p33"/>
          <p:cNvSpPr/>
          <p:nvPr/>
        </p:nvSpPr>
        <p:spPr>
          <a:xfrm>
            <a:off x="3209400" y="1952280"/>
            <a:ext cx="2722680" cy="29602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Implementar modelos personalizados de aprendizaje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215;p33"/>
          <p:cNvSpPr/>
          <p:nvPr/>
        </p:nvSpPr>
        <p:spPr>
          <a:xfrm>
            <a:off x="6190560" y="1952280"/>
            <a:ext cx="2722680" cy="29602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Evaluar el desempeño de nuestros modelos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320" cy="1040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2320" cy="75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1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2320" cy="75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2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2320" cy="758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8320" cy="2526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!Vayamos a la práctica!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4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8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8320" cy="1040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3320" cy="642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1472</TotalTime>
  <Application>LibreOffice/25.8.0.4$Windows_X86_64 LibreOffice_project/48f00303701489684e67c38c28aff00cd5929e67</Application>
  <AppVersion>15.0000</AppVersion>
  <Words>1567</Words>
  <Paragraphs>165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2025-08-28T12:05:31Z</dcterms:modified>
  <cp:revision>25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35</vt:i4>
  </property>
  <property fmtid="{D5CDD505-2E9C-101B-9397-08002B2CF9AE}" pid="3" name="Notes">
    <vt:i4>46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46</vt:i4>
  </property>
</Properties>
</file>