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75E02C-097B-467A-BEBD-79E03764FB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C199EB-3FB5-49A1-93CD-B687AC9499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449F9A-D3F1-455E-9CD7-849CFDA046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014051-5B5E-4536-BCD5-7AB44D37506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BA9CDC-64B5-43FB-BD72-AEFAF8DFB7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EF26CD-374F-4D22-AC3D-E6800310FB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50766B-37F0-404D-ADC5-FCE456CCE13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56BE6A-F412-424A-A28D-B93996B646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1F1732-C2C7-4943-A6E9-EBB8258E8B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43164C-02D9-4B3B-9B4A-3EC98433A0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BF7AED-D753-4FAF-9B5E-E09ACD7416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7C1384-A4D6-4F66-8C6B-D8B3FAF5D29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4F3FDB-F017-41DA-9815-D020C5FC2A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EC6901-F4BB-4862-9FAF-9C0E522DFF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01AF02-221E-45C0-BB9C-D21237DD90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61CC97-B992-4936-9E11-CAF055634E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4C71AF-D583-4B60-8320-5B91213E0B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088B42-74C9-486C-A950-60699F4B60B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F737DB-C327-4D04-A798-55B4E97FDD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5E40B9-B641-4C87-9223-B3DB9ED90E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0C1698-CB81-400C-98E7-E3B0109334C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7CE2DA-4714-42D1-A77F-669B82908D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ADEC3F-844C-4241-98A6-4A42D836560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9EA69E-A611-4F37-AEDC-ABAAF692463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25 - Sprint 13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Álgebra Lineal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360" cy="3165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47B1BD4A-21B4-4970-A4BC-177B34AD081B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Aug 21,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9040" cy="3537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⭐ Por qué el álgebra lineal importa en DS/ML (10 min)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🔢 Vectores y distancias (45 min) 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🧱 Matrices esenciales (30 min) 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📈 Regresión lineal desde álgebra lineal (15 min) 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🧠 Cierre y reflexión (5 min) </a:t>
            </a: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213;p33"/>
          <p:cNvSpPr/>
          <p:nvPr/>
        </p:nvSpPr>
        <p:spPr>
          <a:xfrm>
            <a:off x="2286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Que son los vectores y sus operaciones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214;p33"/>
          <p:cNvSpPr/>
          <p:nvPr/>
        </p:nvSpPr>
        <p:spPr>
          <a:xfrm>
            <a:off x="32094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Que son las matrices y sus operaciones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215;p33"/>
          <p:cNvSpPr/>
          <p:nvPr/>
        </p:nvSpPr>
        <p:spPr>
          <a:xfrm>
            <a:off x="619056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aplicar álgebra lineal en la ciencia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!Vayamos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</TotalTime>
  <Application>LibreOffice/25.8.0.4$Windows_X86_64 LibreOffice_project/48f00303701489684e67c38c28aff00cd5929e67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2025-08-21T17:55:44Z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