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555162-BC90-42D4-90AD-784FCEB6DF1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25F9DB-5B87-4751-8052-E9115356BF5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6B8D46-9566-41CC-8780-21EC433176B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5BE275-8738-40B1-8344-8569C8BE65E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98094B-CAB6-48F6-8E36-A8D17F3824D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D97CFB-59FC-4D41-98B8-DB141E9F582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5AB2FB-13AF-4773-B03C-FDFC7A7B4EC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CD5F83-D8A3-455A-A3B9-20D79A5A0B6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0C22E9-FE9D-4FF8-9E07-D4207B04294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33C67A-B3A9-40D9-B081-1F0C8CBBC2A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48D252-6851-4B90-B877-C0AF181543F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22A95B-22A4-4AF5-8F9D-C14A081A17A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57073C-7AFC-4CB7-9636-82F15003E79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D4B767-AC17-45DD-8596-D3A60A18661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903A002-D2DC-4218-8E49-D497AC259B1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9E653D-03EC-4318-B1F5-38EACD3FB2F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DF6976-27E8-4AF9-A50D-7744F6D6469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9DC042-EB4A-4B00-A62E-F27C7569552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9EB19F-4F81-47DC-B887-8BF38EC61C0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0E5AEF-B4D5-42B8-B9A6-FF3E1A5B440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5F3AB9-B7D4-4830-9137-FA0FA31566C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6A3DB5-8EED-4F47-8842-DF00BC6ABDB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8D2A0C-A4F6-4F59-96C7-06169F8B7C7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008B31-1666-4C11-BAE6-BFF22625636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FEAF346A-D3B4-4AA4-B5E2-7301FFD3A04F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116D1466-F1B6-4D50-A5C4-4FC2DC2F3721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2D07E4-01DF-4973-AE16-0491D5092CF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9A493D-F499-4985-A3A4-B0F916D9911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8320" cy="216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25 - Sprint 13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Inter ExtraBold"/>
              </a:rPr>
              <a:t>Álgebra Lineal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72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4640" cy="31644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C356CE23-32D6-40E0-9654-8EEAF9686393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Nov 11,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04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1520" cy="185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Bienvenidos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240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04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1520" cy="185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7"/>
          <p:cNvSpPr/>
          <p:nvPr/>
        </p:nvSpPr>
        <p:spPr>
          <a:xfrm>
            <a:off x="180000" y="540000"/>
            <a:ext cx="8453880" cy="19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9320" cy="1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288000" y="1944000"/>
            <a:ext cx="19738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2664000" y="1944000"/>
            <a:ext cx="197388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2664000" y="1944360"/>
            <a:ext cx="197388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4968000" y="1944720"/>
            <a:ext cx="19738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6948000" y="1945080"/>
            <a:ext cx="19738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🫠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240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04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877080" cy="260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¿Qué opinas ? 🤔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72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8320" cy="1040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Calentemos motores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2"/>
          <a:stretch/>
        </p:blipFill>
        <p:spPr>
          <a:xfrm>
            <a:off x="752400" y="1800000"/>
            <a:ext cx="7707240" cy="2765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ubTitle"/>
          </p:nvPr>
        </p:nvSpPr>
        <p:spPr>
          <a:xfrm>
            <a:off x="277920" y="1322280"/>
            <a:ext cx="8518320" cy="3536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⭐ Por qué el álgebra lineal importa en DS/ML (10 min)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🔢 Vectores y distancias (45 min)  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🧱 Matrices esenciales (30 min)  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📈 Regresión lineal desde álgebra lineal (15 min) 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🧠 Cierre y reflexión (5 min) </a:t>
            </a: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72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8320" cy="1040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213;p33"/>
          <p:cNvSpPr/>
          <p:nvPr/>
        </p:nvSpPr>
        <p:spPr>
          <a:xfrm>
            <a:off x="228600" y="1952280"/>
            <a:ext cx="2722680" cy="29602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Que son los vectores y sus operaciones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214;p33"/>
          <p:cNvSpPr/>
          <p:nvPr/>
        </p:nvSpPr>
        <p:spPr>
          <a:xfrm>
            <a:off x="3209400" y="1952280"/>
            <a:ext cx="2722680" cy="29602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Que son las matrices y sus operaciones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215;p33"/>
          <p:cNvSpPr/>
          <p:nvPr/>
        </p:nvSpPr>
        <p:spPr>
          <a:xfrm>
            <a:off x="6190560" y="1952280"/>
            <a:ext cx="2722680" cy="29602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Como aplicar álgebra lineal en la ciencia de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72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8320" cy="1040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2320" cy="75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2320" cy="75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2320" cy="758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8320" cy="2526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!Vayamos a la práctica!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8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8320" cy="1040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3320" cy="64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4720" cy="19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1471</TotalTime>
  <Application>LibreOffice/25.8.2.2$Windows_X86_64 LibreOffice_project/d401f2107ccab8f924a8e2df40f573aab7605b6f</Application>
  <AppVersion>15.0000</AppVersion>
  <Words>1567</Words>
  <Paragraphs>165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2025-11-11T16:38:10Z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46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46</vt:i4>
  </property>
</Properties>
</file>