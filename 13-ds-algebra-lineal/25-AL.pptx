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8C969C-18AD-4759-A30D-F6E6D4DCD2E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2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0EE6A0-288C-4078-AA16-013EFFE59D5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2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DC1017-0684-4A6C-9229-EC977812013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CC5896-F75E-4FF9-A619-A26CB736232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9DA261-7AA0-44F1-AEFE-DD546F027D0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864F3C0-053F-4053-8E0B-D900F9DAB7A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F9E603-3CC3-4494-A17D-A5A47247CE6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D6FEBD-F145-43A0-9B1E-787C83BA3A0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6DF3B0-14B1-49E4-A80A-3A3D3F4415D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D2627F-43AC-4536-ACCC-2BBD78A8B9B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F30719-EA6D-402A-A2B2-892088048C3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4648D6-EF04-4C99-B457-DF0E87AB96E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D5B035-5A24-4F6D-A373-F6DF63FE6C8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B26F22-801B-4375-A728-8AA0789FDD0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6B95E3-795D-4DCA-8125-3FC150012B6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B6D6CD-6288-4B46-BAC7-E18799DCCD5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CA223E-6549-44F3-A632-7FB727184F5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7C4389-5358-40CC-98AD-6517CA2A288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4EFC9C-48CA-463E-AA61-DE006CFDDE9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00D3C2-F616-4265-B9D9-B6B1D96AD7A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FD07EE-4D75-4CE8-B0A6-D3DFF670851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58825B-2C9D-4560-ABCA-E9E766AD2AF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624A63-24FD-449D-BCC4-0C25A3AACEC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0823A3-209B-449D-A5D6-D7E0E932C1E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8680" cy="216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25 - Sprint 13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Inter ExtraBold"/>
              </a:rPr>
              <a:t>Álgebra Lineal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5000" cy="31647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5E063E0C-CD72-4366-9C9F-11050B213552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Aug 21,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Calentemos motores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" descr=""/>
          <p:cNvPicPr/>
          <p:nvPr/>
        </p:nvPicPr>
        <p:blipFill>
          <a:blip r:embed="rId2"/>
          <a:stretch/>
        </p:blipFill>
        <p:spPr>
          <a:xfrm>
            <a:off x="752400" y="1800000"/>
            <a:ext cx="7707600" cy="2765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ubTitle"/>
          </p:nvPr>
        </p:nvSpPr>
        <p:spPr>
          <a:xfrm>
            <a:off x="277920" y="1322280"/>
            <a:ext cx="8518680" cy="35366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000000"/>
                </a:solidFill>
                <a:effectLst/>
                <a:uFillTx/>
                <a:latin typeface="Verdana"/>
              </a:rPr>
              <a:t>⭐ Por qué el álgebra lineal importa en DS/ML (10 min)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000000"/>
                </a:solidFill>
                <a:effectLst/>
                <a:uFillTx/>
                <a:latin typeface="Verdana"/>
              </a:rPr>
              <a:t>🔢 Vectores y distancias (45 min)  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000000"/>
                </a:solidFill>
                <a:effectLst/>
                <a:uFillTx/>
                <a:latin typeface="Verdana"/>
              </a:rPr>
              <a:t>🧱 Matrices esenciales (30 min)  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000000"/>
                </a:solidFill>
                <a:effectLst/>
                <a:uFillTx/>
                <a:latin typeface="Verdana"/>
              </a:rPr>
              <a:t>📈 Regresión lineal desde álgebra lineal (15 min) 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600" strike="noStrike" u="none">
                <a:solidFill>
                  <a:srgbClr val="000000"/>
                </a:solidFill>
                <a:effectLst/>
                <a:uFillTx/>
                <a:latin typeface="Verdana"/>
              </a:rPr>
              <a:t>🧠 Cierre y reflexión (5 min) </a:t>
            </a: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213;p33"/>
          <p:cNvSpPr/>
          <p:nvPr/>
        </p:nvSpPr>
        <p:spPr>
          <a:xfrm>
            <a:off x="22860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Que son los vectores y sus operaciones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214;p33"/>
          <p:cNvSpPr/>
          <p:nvPr/>
        </p:nvSpPr>
        <p:spPr>
          <a:xfrm>
            <a:off x="320940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Que son las matrices y sus operaciones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215;p33"/>
          <p:cNvSpPr/>
          <p:nvPr/>
        </p:nvSpPr>
        <p:spPr>
          <a:xfrm>
            <a:off x="6190560" y="1952280"/>
            <a:ext cx="2723040" cy="29606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Como aplicar álgebra lineal en la ciencia de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2680" cy="758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680" cy="2526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!Vayamos a la práctica!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880" cy="19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8680" cy="1040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3680" cy="6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5080" cy="19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1470</TotalTime>
  <Application>LibreOffice/25.8.0.4$Windows_X86_64 LibreOffice_project/48f00303701489684e67c38c28aff00cd5929e67</Application>
  <AppVersion>15.0000</AppVersion>
  <Words>1567</Words>
  <Paragraphs>165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2025-08-21T19:52:37Z</dcterms:modified>
  <cp:revision>24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46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46</vt:i4>
  </property>
</Properties>
</file>